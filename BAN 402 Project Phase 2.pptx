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p:scale>
          <a:sx n="51" d="100"/>
          <a:sy n="51" d="100"/>
        </p:scale>
        <p:origin x="29" y="2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oley, Ryan Christopher" userId="S::rcc4466@uncw.edu::e227f8c3-e17d-439d-bdc9-545f17654ebb" providerId="AD" clId="Web-{C101081B-EDF3-E16E-15BB-DBC187DEC9CD}"/>
    <pc:docChg chg="addSld modSld">
      <pc:chgData name="Cooley, Ryan Christopher" userId="S::rcc4466@uncw.edu::e227f8c3-e17d-439d-bdc9-545f17654ebb" providerId="AD" clId="Web-{C101081B-EDF3-E16E-15BB-DBC187DEC9CD}" dt="2025-05-05T20:38:29.584" v="1750" actId="20577"/>
      <pc:docMkLst>
        <pc:docMk/>
      </pc:docMkLst>
      <pc:sldChg chg="modSp">
        <pc:chgData name="Cooley, Ryan Christopher" userId="S::rcc4466@uncw.edu::e227f8c3-e17d-439d-bdc9-545f17654ebb" providerId="AD" clId="Web-{C101081B-EDF3-E16E-15BB-DBC187DEC9CD}" dt="2025-05-05T20:00:15.320" v="17" actId="20577"/>
        <pc:sldMkLst>
          <pc:docMk/>
          <pc:sldMk cId="109857222" sldId="256"/>
        </pc:sldMkLst>
        <pc:spChg chg="mod">
          <ac:chgData name="Cooley, Ryan Christopher" userId="S::rcc4466@uncw.edu::e227f8c3-e17d-439d-bdc9-545f17654ebb" providerId="AD" clId="Web-{C101081B-EDF3-E16E-15BB-DBC187DEC9CD}" dt="2025-05-05T20:00:08.023" v="5" actId="20577"/>
          <ac:spMkLst>
            <pc:docMk/>
            <pc:sldMk cId="109857222" sldId="256"/>
            <ac:spMk id="2" creationId="{00000000-0000-0000-0000-000000000000}"/>
          </ac:spMkLst>
        </pc:spChg>
        <pc:spChg chg="mod">
          <ac:chgData name="Cooley, Ryan Christopher" userId="S::rcc4466@uncw.edu::e227f8c3-e17d-439d-bdc9-545f17654ebb" providerId="AD" clId="Web-{C101081B-EDF3-E16E-15BB-DBC187DEC9CD}" dt="2025-05-05T20:00:15.320" v="17" actId="20577"/>
          <ac:spMkLst>
            <pc:docMk/>
            <pc:sldMk cId="109857222" sldId="256"/>
            <ac:spMk id="3" creationId="{00000000-0000-0000-0000-000000000000}"/>
          </ac:spMkLst>
        </pc:spChg>
      </pc:sldChg>
      <pc:sldChg chg="modSp new">
        <pc:chgData name="Cooley, Ryan Christopher" userId="S::rcc4466@uncw.edu::e227f8c3-e17d-439d-bdc9-545f17654ebb" providerId="AD" clId="Web-{C101081B-EDF3-E16E-15BB-DBC187DEC9CD}" dt="2025-05-05T20:10:31.435" v="318" actId="20577"/>
        <pc:sldMkLst>
          <pc:docMk/>
          <pc:sldMk cId="2942337585" sldId="257"/>
        </pc:sldMkLst>
        <pc:spChg chg="mod">
          <ac:chgData name="Cooley, Ryan Christopher" userId="S::rcc4466@uncw.edu::e227f8c3-e17d-439d-bdc9-545f17654ebb" providerId="AD" clId="Web-{C101081B-EDF3-E16E-15BB-DBC187DEC9CD}" dt="2025-05-05T20:01:39.651" v="28" actId="20577"/>
          <ac:spMkLst>
            <pc:docMk/>
            <pc:sldMk cId="2942337585" sldId="257"/>
            <ac:spMk id="2" creationId="{749FF7F9-99CA-5A02-21C7-26CA1E85C0F9}"/>
          </ac:spMkLst>
        </pc:spChg>
        <pc:spChg chg="mod">
          <ac:chgData name="Cooley, Ryan Christopher" userId="S::rcc4466@uncw.edu::e227f8c3-e17d-439d-bdc9-545f17654ebb" providerId="AD" clId="Web-{C101081B-EDF3-E16E-15BB-DBC187DEC9CD}" dt="2025-05-05T20:10:31.435" v="318" actId="20577"/>
          <ac:spMkLst>
            <pc:docMk/>
            <pc:sldMk cId="2942337585" sldId="257"/>
            <ac:spMk id="3" creationId="{005C8BD0-D7FA-9266-CC05-DE82462C240B}"/>
          </ac:spMkLst>
        </pc:spChg>
      </pc:sldChg>
      <pc:sldChg chg="modSp new">
        <pc:chgData name="Cooley, Ryan Christopher" userId="S::rcc4466@uncw.edu::e227f8c3-e17d-439d-bdc9-545f17654ebb" providerId="AD" clId="Web-{C101081B-EDF3-E16E-15BB-DBC187DEC9CD}" dt="2025-05-05T20:14:33.224" v="544" actId="20577"/>
        <pc:sldMkLst>
          <pc:docMk/>
          <pc:sldMk cId="3250505491" sldId="258"/>
        </pc:sldMkLst>
        <pc:spChg chg="mod">
          <ac:chgData name="Cooley, Ryan Christopher" userId="S::rcc4466@uncw.edu::e227f8c3-e17d-439d-bdc9-545f17654ebb" providerId="AD" clId="Web-{C101081B-EDF3-E16E-15BB-DBC187DEC9CD}" dt="2025-05-05T20:01:46.761" v="35" actId="20577"/>
          <ac:spMkLst>
            <pc:docMk/>
            <pc:sldMk cId="3250505491" sldId="258"/>
            <ac:spMk id="2" creationId="{FD425DD8-734C-27C2-F963-87FE950EF854}"/>
          </ac:spMkLst>
        </pc:spChg>
        <pc:spChg chg="mod">
          <ac:chgData name="Cooley, Ryan Christopher" userId="S::rcc4466@uncw.edu::e227f8c3-e17d-439d-bdc9-545f17654ebb" providerId="AD" clId="Web-{C101081B-EDF3-E16E-15BB-DBC187DEC9CD}" dt="2025-05-05T20:14:33.224" v="544" actId="20577"/>
          <ac:spMkLst>
            <pc:docMk/>
            <pc:sldMk cId="3250505491" sldId="258"/>
            <ac:spMk id="3" creationId="{C26BCBD9-FB4B-5264-9056-CEFFE641F9DA}"/>
          </ac:spMkLst>
        </pc:spChg>
      </pc:sldChg>
      <pc:sldChg chg="modSp new">
        <pc:chgData name="Cooley, Ryan Christopher" userId="S::rcc4466@uncw.edu::e227f8c3-e17d-439d-bdc9-545f17654ebb" providerId="AD" clId="Web-{C101081B-EDF3-E16E-15BB-DBC187DEC9CD}" dt="2025-05-05T20:31:23.585" v="840" actId="20577"/>
        <pc:sldMkLst>
          <pc:docMk/>
          <pc:sldMk cId="972605199" sldId="259"/>
        </pc:sldMkLst>
        <pc:spChg chg="mod">
          <ac:chgData name="Cooley, Ryan Christopher" userId="S::rcc4466@uncw.edu::e227f8c3-e17d-439d-bdc9-545f17654ebb" providerId="AD" clId="Web-{C101081B-EDF3-E16E-15BB-DBC187DEC9CD}" dt="2025-05-05T20:01:52.089" v="40" actId="20577"/>
          <ac:spMkLst>
            <pc:docMk/>
            <pc:sldMk cId="972605199" sldId="259"/>
            <ac:spMk id="2" creationId="{A6E4E4B7-856A-6977-AED5-1902E26223CC}"/>
          </ac:spMkLst>
        </pc:spChg>
        <pc:spChg chg="mod">
          <ac:chgData name="Cooley, Ryan Christopher" userId="S::rcc4466@uncw.edu::e227f8c3-e17d-439d-bdc9-545f17654ebb" providerId="AD" clId="Web-{C101081B-EDF3-E16E-15BB-DBC187DEC9CD}" dt="2025-05-05T20:31:23.585" v="840" actId="20577"/>
          <ac:spMkLst>
            <pc:docMk/>
            <pc:sldMk cId="972605199" sldId="259"/>
            <ac:spMk id="3" creationId="{F4A84316-231B-2365-061B-4C444F543752}"/>
          </ac:spMkLst>
        </pc:spChg>
      </pc:sldChg>
      <pc:sldChg chg="modSp new">
        <pc:chgData name="Cooley, Ryan Christopher" userId="S::rcc4466@uncw.edu::e227f8c3-e17d-439d-bdc9-545f17654ebb" providerId="AD" clId="Web-{C101081B-EDF3-E16E-15BB-DBC187DEC9CD}" dt="2025-05-05T20:34:55.108" v="1252" actId="20577"/>
        <pc:sldMkLst>
          <pc:docMk/>
          <pc:sldMk cId="3577761565" sldId="260"/>
        </pc:sldMkLst>
        <pc:spChg chg="mod">
          <ac:chgData name="Cooley, Ryan Christopher" userId="S::rcc4466@uncw.edu::e227f8c3-e17d-439d-bdc9-545f17654ebb" providerId="AD" clId="Web-{C101081B-EDF3-E16E-15BB-DBC187DEC9CD}" dt="2025-05-05T20:01:56.714" v="43" actId="20577"/>
          <ac:spMkLst>
            <pc:docMk/>
            <pc:sldMk cId="3577761565" sldId="260"/>
            <ac:spMk id="2" creationId="{B4C2BAE0-95A0-71DA-A237-40A97C012D44}"/>
          </ac:spMkLst>
        </pc:spChg>
        <pc:spChg chg="mod">
          <ac:chgData name="Cooley, Ryan Christopher" userId="S::rcc4466@uncw.edu::e227f8c3-e17d-439d-bdc9-545f17654ebb" providerId="AD" clId="Web-{C101081B-EDF3-E16E-15BB-DBC187DEC9CD}" dt="2025-05-05T20:34:55.108" v="1252" actId="20577"/>
          <ac:spMkLst>
            <pc:docMk/>
            <pc:sldMk cId="3577761565" sldId="260"/>
            <ac:spMk id="3" creationId="{99856CC7-D6E8-2BEA-BE31-2CE4F7450394}"/>
          </ac:spMkLst>
        </pc:spChg>
      </pc:sldChg>
      <pc:sldChg chg="modSp new">
        <pc:chgData name="Cooley, Ryan Christopher" userId="S::rcc4466@uncw.edu::e227f8c3-e17d-439d-bdc9-545f17654ebb" providerId="AD" clId="Web-{C101081B-EDF3-E16E-15BB-DBC187DEC9CD}" dt="2025-05-05T20:37:15.535" v="1580" actId="20577"/>
        <pc:sldMkLst>
          <pc:docMk/>
          <pc:sldMk cId="3778701243" sldId="261"/>
        </pc:sldMkLst>
        <pc:spChg chg="mod">
          <ac:chgData name="Cooley, Ryan Christopher" userId="S::rcc4466@uncw.edu::e227f8c3-e17d-439d-bdc9-545f17654ebb" providerId="AD" clId="Web-{C101081B-EDF3-E16E-15BB-DBC187DEC9CD}" dt="2025-05-05T20:02:11.246" v="55" actId="20577"/>
          <ac:spMkLst>
            <pc:docMk/>
            <pc:sldMk cId="3778701243" sldId="261"/>
            <ac:spMk id="2" creationId="{1763699B-11A6-44AA-B40F-092AF34908CA}"/>
          </ac:spMkLst>
        </pc:spChg>
        <pc:spChg chg="mod">
          <ac:chgData name="Cooley, Ryan Christopher" userId="S::rcc4466@uncw.edu::e227f8c3-e17d-439d-bdc9-545f17654ebb" providerId="AD" clId="Web-{C101081B-EDF3-E16E-15BB-DBC187DEC9CD}" dt="2025-05-05T20:37:15.535" v="1580" actId="20577"/>
          <ac:spMkLst>
            <pc:docMk/>
            <pc:sldMk cId="3778701243" sldId="261"/>
            <ac:spMk id="3" creationId="{3D49E564-2FEE-425B-7303-8ADCDEBE6E6A}"/>
          </ac:spMkLst>
        </pc:spChg>
      </pc:sldChg>
      <pc:sldChg chg="modSp new">
        <pc:chgData name="Cooley, Ryan Christopher" userId="S::rcc4466@uncw.edu::e227f8c3-e17d-439d-bdc9-545f17654ebb" providerId="AD" clId="Web-{C101081B-EDF3-E16E-15BB-DBC187DEC9CD}" dt="2025-05-05T20:38:29.584" v="1750" actId="20577"/>
        <pc:sldMkLst>
          <pc:docMk/>
          <pc:sldMk cId="3744420854" sldId="262"/>
        </pc:sldMkLst>
        <pc:spChg chg="mod">
          <ac:chgData name="Cooley, Ryan Christopher" userId="S::rcc4466@uncw.edu::e227f8c3-e17d-439d-bdc9-545f17654ebb" providerId="AD" clId="Web-{C101081B-EDF3-E16E-15BB-DBC187DEC9CD}" dt="2025-05-05T20:07:12.444" v="61" actId="20577"/>
          <ac:spMkLst>
            <pc:docMk/>
            <pc:sldMk cId="3744420854" sldId="262"/>
            <ac:spMk id="2" creationId="{F835F422-3BA5-F6FC-CFAB-E4918AF76C93}"/>
          </ac:spMkLst>
        </pc:spChg>
        <pc:spChg chg="mod">
          <ac:chgData name="Cooley, Ryan Christopher" userId="S::rcc4466@uncw.edu::e227f8c3-e17d-439d-bdc9-545f17654ebb" providerId="AD" clId="Web-{C101081B-EDF3-E16E-15BB-DBC187DEC9CD}" dt="2025-05-05T20:38:29.584" v="1750" actId="20577"/>
          <ac:spMkLst>
            <pc:docMk/>
            <pc:sldMk cId="3744420854" sldId="262"/>
            <ac:spMk id="3" creationId="{538246FD-5202-CCBC-7D69-BC1AD77224F4}"/>
          </ac:spMkLst>
        </pc:spChg>
      </pc:sldChg>
    </pc:docChg>
  </pc:docChgLst>
  <pc:docChgLst>
    <pc:chgData name="Cooley, Ryan Christopher" userId="e227f8c3-e17d-439d-bdc9-545f17654ebb" providerId="ADAL" clId="{8A6A303C-57DB-4397-905B-ED6F3CC9A147}"/>
    <pc:docChg chg="custSel modSld">
      <pc:chgData name="Cooley, Ryan Christopher" userId="e227f8c3-e17d-439d-bdc9-545f17654ebb" providerId="ADAL" clId="{8A6A303C-57DB-4397-905B-ED6F3CC9A147}" dt="2025-05-08T18:44:39.680" v="8" actId="33524"/>
      <pc:docMkLst>
        <pc:docMk/>
      </pc:docMkLst>
      <pc:sldChg chg="addSp modSp mod setBg">
        <pc:chgData name="Cooley, Ryan Christopher" userId="e227f8c3-e17d-439d-bdc9-545f17654ebb" providerId="ADAL" clId="{8A6A303C-57DB-4397-905B-ED6F3CC9A147}" dt="2025-05-08T16:30:00.550" v="0" actId="26606"/>
        <pc:sldMkLst>
          <pc:docMk/>
          <pc:sldMk cId="109857222" sldId="256"/>
        </pc:sldMkLst>
        <pc:spChg chg="mod">
          <ac:chgData name="Cooley, Ryan Christopher" userId="e227f8c3-e17d-439d-bdc9-545f17654ebb" providerId="ADAL" clId="{8A6A303C-57DB-4397-905B-ED6F3CC9A147}" dt="2025-05-08T16:30:00.550" v="0" actId="26606"/>
          <ac:spMkLst>
            <pc:docMk/>
            <pc:sldMk cId="109857222" sldId="256"/>
            <ac:spMk id="2" creationId="{00000000-0000-0000-0000-000000000000}"/>
          </ac:spMkLst>
        </pc:spChg>
        <pc:spChg chg="mod">
          <ac:chgData name="Cooley, Ryan Christopher" userId="e227f8c3-e17d-439d-bdc9-545f17654ebb" providerId="ADAL" clId="{8A6A303C-57DB-4397-905B-ED6F3CC9A147}" dt="2025-05-08T16:30:00.550" v="0" actId="26606"/>
          <ac:spMkLst>
            <pc:docMk/>
            <pc:sldMk cId="109857222" sldId="256"/>
            <ac:spMk id="3" creationId="{00000000-0000-0000-0000-000000000000}"/>
          </ac:spMkLst>
        </pc:spChg>
        <pc:spChg chg="add">
          <ac:chgData name="Cooley, Ryan Christopher" userId="e227f8c3-e17d-439d-bdc9-545f17654ebb" providerId="ADAL" clId="{8A6A303C-57DB-4397-905B-ED6F3CC9A147}" dt="2025-05-08T16:30:00.550" v="0" actId="26606"/>
          <ac:spMkLst>
            <pc:docMk/>
            <pc:sldMk cId="109857222" sldId="256"/>
            <ac:spMk id="8" creationId="{1A3C89F8-0D2F-47FF-B903-151248265F47}"/>
          </ac:spMkLst>
        </pc:spChg>
        <pc:spChg chg="add">
          <ac:chgData name="Cooley, Ryan Christopher" userId="e227f8c3-e17d-439d-bdc9-545f17654ebb" providerId="ADAL" clId="{8A6A303C-57DB-4397-905B-ED6F3CC9A147}" dt="2025-05-08T16:30:00.550" v="0" actId="26606"/>
          <ac:spMkLst>
            <pc:docMk/>
            <pc:sldMk cId="109857222" sldId="256"/>
            <ac:spMk id="10" creationId="{C5CB530E-515E-412C-9DF1-5F8FFBD6F383}"/>
          </ac:spMkLst>
        </pc:spChg>
        <pc:spChg chg="add">
          <ac:chgData name="Cooley, Ryan Christopher" userId="e227f8c3-e17d-439d-bdc9-545f17654ebb" providerId="ADAL" clId="{8A6A303C-57DB-4397-905B-ED6F3CC9A147}" dt="2025-05-08T16:30:00.550" v="0" actId="26606"/>
          <ac:spMkLst>
            <pc:docMk/>
            <pc:sldMk cId="109857222" sldId="256"/>
            <ac:spMk id="12" creationId="{712D4376-A578-4FF1-94FC-245E7A6A489F}"/>
          </ac:spMkLst>
        </pc:spChg>
        <pc:spChg chg="add">
          <ac:chgData name="Cooley, Ryan Christopher" userId="e227f8c3-e17d-439d-bdc9-545f17654ebb" providerId="ADAL" clId="{8A6A303C-57DB-4397-905B-ED6F3CC9A147}" dt="2025-05-08T16:30:00.550" v="0" actId="26606"/>
          <ac:spMkLst>
            <pc:docMk/>
            <pc:sldMk cId="109857222" sldId="256"/>
            <ac:spMk id="14" creationId="{AEA7509D-F04F-40CB-A0B3-EEF16499CC9F}"/>
          </ac:spMkLst>
        </pc:spChg>
        <pc:spChg chg="add">
          <ac:chgData name="Cooley, Ryan Christopher" userId="e227f8c3-e17d-439d-bdc9-545f17654ebb" providerId="ADAL" clId="{8A6A303C-57DB-4397-905B-ED6F3CC9A147}" dt="2025-05-08T16:30:00.550" v="0" actId="26606"/>
          <ac:spMkLst>
            <pc:docMk/>
            <pc:sldMk cId="109857222" sldId="256"/>
            <ac:spMk id="18" creationId="{508BEF50-7B1E-49A4-BC19-5F4F1D755E64}"/>
          </ac:spMkLst>
        </pc:spChg>
        <pc:spChg chg="add">
          <ac:chgData name="Cooley, Ryan Christopher" userId="e227f8c3-e17d-439d-bdc9-545f17654ebb" providerId="ADAL" clId="{8A6A303C-57DB-4397-905B-ED6F3CC9A147}" dt="2025-05-08T16:30:00.550" v="0" actId="26606"/>
          <ac:spMkLst>
            <pc:docMk/>
            <pc:sldMk cId="109857222" sldId="256"/>
            <ac:spMk id="20" creationId="{3FBAD350-5664-4811-A208-657FB882D350}"/>
          </ac:spMkLst>
        </pc:spChg>
        <pc:spChg chg="add">
          <ac:chgData name="Cooley, Ryan Christopher" userId="e227f8c3-e17d-439d-bdc9-545f17654ebb" providerId="ADAL" clId="{8A6A303C-57DB-4397-905B-ED6F3CC9A147}" dt="2025-05-08T16:30:00.550" v="0" actId="26606"/>
          <ac:spMkLst>
            <pc:docMk/>
            <pc:sldMk cId="109857222" sldId="256"/>
            <ac:spMk id="22" creationId="{C39ADB8F-D187-49D7-BDCF-C1B6DC727068}"/>
          </ac:spMkLst>
        </pc:spChg>
        <pc:cxnChg chg="add">
          <ac:chgData name="Cooley, Ryan Christopher" userId="e227f8c3-e17d-439d-bdc9-545f17654ebb" providerId="ADAL" clId="{8A6A303C-57DB-4397-905B-ED6F3CC9A147}" dt="2025-05-08T16:30:00.550" v="0" actId="26606"/>
          <ac:cxnSpMkLst>
            <pc:docMk/>
            <pc:sldMk cId="109857222" sldId="256"/>
            <ac:cxnSpMk id="16" creationId="{56020367-4FD5-4596-8E10-C5F095CD8DBF}"/>
          </ac:cxnSpMkLst>
        </pc:cxnChg>
      </pc:sldChg>
      <pc:sldChg chg="addSp modSp mod setBg">
        <pc:chgData name="Cooley, Ryan Christopher" userId="e227f8c3-e17d-439d-bdc9-545f17654ebb" providerId="ADAL" clId="{8A6A303C-57DB-4397-905B-ED6F3CC9A147}" dt="2025-05-08T16:30:29.589" v="1" actId="26606"/>
        <pc:sldMkLst>
          <pc:docMk/>
          <pc:sldMk cId="2942337585" sldId="257"/>
        </pc:sldMkLst>
        <pc:spChg chg="mod">
          <ac:chgData name="Cooley, Ryan Christopher" userId="e227f8c3-e17d-439d-bdc9-545f17654ebb" providerId="ADAL" clId="{8A6A303C-57DB-4397-905B-ED6F3CC9A147}" dt="2025-05-08T16:30:29.589" v="1" actId="26606"/>
          <ac:spMkLst>
            <pc:docMk/>
            <pc:sldMk cId="2942337585" sldId="257"/>
            <ac:spMk id="2" creationId="{749FF7F9-99CA-5A02-21C7-26CA1E85C0F9}"/>
          </ac:spMkLst>
        </pc:spChg>
        <pc:spChg chg="mod">
          <ac:chgData name="Cooley, Ryan Christopher" userId="e227f8c3-e17d-439d-bdc9-545f17654ebb" providerId="ADAL" clId="{8A6A303C-57DB-4397-905B-ED6F3CC9A147}" dt="2025-05-08T16:30:29.589" v="1" actId="26606"/>
          <ac:spMkLst>
            <pc:docMk/>
            <pc:sldMk cId="2942337585" sldId="257"/>
            <ac:spMk id="3" creationId="{005C8BD0-D7FA-9266-CC05-DE82462C240B}"/>
          </ac:spMkLst>
        </pc:spChg>
        <pc:spChg chg="add">
          <ac:chgData name="Cooley, Ryan Christopher" userId="e227f8c3-e17d-439d-bdc9-545f17654ebb" providerId="ADAL" clId="{8A6A303C-57DB-4397-905B-ED6F3CC9A147}" dt="2025-05-08T16:30:29.589" v="1" actId="26606"/>
          <ac:spMkLst>
            <pc:docMk/>
            <pc:sldMk cId="2942337585" sldId="257"/>
            <ac:spMk id="8" creationId="{A2679492-7988-4050-9056-542444452411}"/>
          </ac:spMkLst>
        </pc:spChg>
        <pc:spChg chg="add">
          <ac:chgData name="Cooley, Ryan Christopher" userId="e227f8c3-e17d-439d-bdc9-545f17654ebb" providerId="ADAL" clId="{8A6A303C-57DB-4397-905B-ED6F3CC9A147}" dt="2025-05-08T16:30:29.589" v="1" actId="26606"/>
          <ac:spMkLst>
            <pc:docMk/>
            <pc:sldMk cId="2942337585" sldId="257"/>
            <ac:spMk id="10" creationId="{B091B163-7D61-4891-ABCF-5C13D9C418D0}"/>
          </ac:spMkLst>
        </pc:spChg>
        <pc:grpChg chg="add">
          <ac:chgData name="Cooley, Ryan Christopher" userId="e227f8c3-e17d-439d-bdc9-545f17654ebb" providerId="ADAL" clId="{8A6A303C-57DB-4397-905B-ED6F3CC9A147}" dt="2025-05-08T16:30:29.589" v="1" actId="26606"/>
          <ac:grpSpMkLst>
            <pc:docMk/>
            <pc:sldMk cId="2942337585" sldId="257"/>
            <ac:grpSpMk id="12" creationId="{0474DF76-993E-44DE-AFB0-C416182ACECF}"/>
          </ac:grpSpMkLst>
        </pc:grpChg>
        <pc:cxnChg chg="add">
          <ac:chgData name="Cooley, Ryan Christopher" userId="e227f8c3-e17d-439d-bdc9-545f17654ebb" providerId="ADAL" clId="{8A6A303C-57DB-4397-905B-ED6F3CC9A147}" dt="2025-05-08T16:30:29.589" v="1" actId="26606"/>
          <ac:cxnSpMkLst>
            <pc:docMk/>
            <pc:sldMk cId="2942337585" sldId="257"/>
            <ac:cxnSpMk id="17" creationId="{C49DA8F6-BCC1-4447-B54C-57856834B94B}"/>
          </ac:cxnSpMkLst>
        </pc:cxnChg>
      </pc:sldChg>
      <pc:sldChg chg="addSp modSp mod setBg">
        <pc:chgData name="Cooley, Ryan Christopher" userId="e227f8c3-e17d-439d-bdc9-545f17654ebb" providerId="ADAL" clId="{8A6A303C-57DB-4397-905B-ED6F3CC9A147}" dt="2025-05-08T16:30:34.305" v="2" actId="26606"/>
        <pc:sldMkLst>
          <pc:docMk/>
          <pc:sldMk cId="3250505491" sldId="258"/>
        </pc:sldMkLst>
        <pc:spChg chg="mod">
          <ac:chgData name="Cooley, Ryan Christopher" userId="e227f8c3-e17d-439d-bdc9-545f17654ebb" providerId="ADAL" clId="{8A6A303C-57DB-4397-905B-ED6F3CC9A147}" dt="2025-05-08T16:30:34.305" v="2" actId="26606"/>
          <ac:spMkLst>
            <pc:docMk/>
            <pc:sldMk cId="3250505491" sldId="258"/>
            <ac:spMk id="2" creationId="{FD425DD8-734C-27C2-F963-87FE950EF854}"/>
          </ac:spMkLst>
        </pc:spChg>
        <pc:spChg chg="mod">
          <ac:chgData name="Cooley, Ryan Christopher" userId="e227f8c3-e17d-439d-bdc9-545f17654ebb" providerId="ADAL" clId="{8A6A303C-57DB-4397-905B-ED6F3CC9A147}" dt="2025-05-08T16:30:34.305" v="2" actId="26606"/>
          <ac:spMkLst>
            <pc:docMk/>
            <pc:sldMk cId="3250505491" sldId="258"/>
            <ac:spMk id="3" creationId="{C26BCBD9-FB4B-5264-9056-CEFFE641F9DA}"/>
          </ac:spMkLst>
        </pc:spChg>
        <pc:spChg chg="add">
          <ac:chgData name="Cooley, Ryan Christopher" userId="e227f8c3-e17d-439d-bdc9-545f17654ebb" providerId="ADAL" clId="{8A6A303C-57DB-4397-905B-ED6F3CC9A147}" dt="2025-05-08T16:30:34.305" v="2" actId="26606"/>
          <ac:spMkLst>
            <pc:docMk/>
            <pc:sldMk cId="3250505491" sldId="258"/>
            <ac:spMk id="8" creationId="{A2679492-7988-4050-9056-542444452411}"/>
          </ac:spMkLst>
        </pc:spChg>
        <pc:spChg chg="add">
          <ac:chgData name="Cooley, Ryan Christopher" userId="e227f8c3-e17d-439d-bdc9-545f17654ebb" providerId="ADAL" clId="{8A6A303C-57DB-4397-905B-ED6F3CC9A147}" dt="2025-05-08T16:30:34.305" v="2" actId="26606"/>
          <ac:spMkLst>
            <pc:docMk/>
            <pc:sldMk cId="3250505491" sldId="258"/>
            <ac:spMk id="10" creationId="{B091B163-7D61-4891-ABCF-5C13D9C418D0}"/>
          </ac:spMkLst>
        </pc:spChg>
        <pc:grpChg chg="add">
          <ac:chgData name="Cooley, Ryan Christopher" userId="e227f8c3-e17d-439d-bdc9-545f17654ebb" providerId="ADAL" clId="{8A6A303C-57DB-4397-905B-ED6F3CC9A147}" dt="2025-05-08T16:30:34.305" v="2" actId="26606"/>
          <ac:grpSpMkLst>
            <pc:docMk/>
            <pc:sldMk cId="3250505491" sldId="258"/>
            <ac:grpSpMk id="12" creationId="{0474DF76-993E-44DE-AFB0-C416182ACECF}"/>
          </ac:grpSpMkLst>
        </pc:grpChg>
        <pc:cxnChg chg="add">
          <ac:chgData name="Cooley, Ryan Christopher" userId="e227f8c3-e17d-439d-bdc9-545f17654ebb" providerId="ADAL" clId="{8A6A303C-57DB-4397-905B-ED6F3CC9A147}" dt="2025-05-08T16:30:34.305" v="2" actId="26606"/>
          <ac:cxnSpMkLst>
            <pc:docMk/>
            <pc:sldMk cId="3250505491" sldId="258"/>
            <ac:cxnSpMk id="17" creationId="{C49DA8F6-BCC1-4447-B54C-57856834B94B}"/>
          </ac:cxnSpMkLst>
        </pc:cxnChg>
      </pc:sldChg>
      <pc:sldChg chg="addSp modSp mod setBg">
        <pc:chgData name="Cooley, Ryan Christopher" userId="e227f8c3-e17d-439d-bdc9-545f17654ebb" providerId="ADAL" clId="{8A6A303C-57DB-4397-905B-ED6F3CC9A147}" dt="2025-05-08T16:30:37.665" v="3" actId="26606"/>
        <pc:sldMkLst>
          <pc:docMk/>
          <pc:sldMk cId="972605199" sldId="259"/>
        </pc:sldMkLst>
        <pc:spChg chg="mod">
          <ac:chgData name="Cooley, Ryan Christopher" userId="e227f8c3-e17d-439d-bdc9-545f17654ebb" providerId="ADAL" clId="{8A6A303C-57DB-4397-905B-ED6F3CC9A147}" dt="2025-05-08T16:30:37.665" v="3" actId="26606"/>
          <ac:spMkLst>
            <pc:docMk/>
            <pc:sldMk cId="972605199" sldId="259"/>
            <ac:spMk id="2" creationId="{A6E4E4B7-856A-6977-AED5-1902E26223CC}"/>
          </ac:spMkLst>
        </pc:spChg>
        <pc:spChg chg="mod">
          <ac:chgData name="Cooley, Ryan Christopher" userId="e227f8c3-e17d-439d-bdc9-545f17654ebb" providerId="ADAL" clId="{8A6A303C-57DB-4397-905B-ED6F3CC9A147}" dt="2025-05-08T16:30:37.665" v="3" actId="26606"/>
          <ac:spMkLst>
            <pc:docMk/>
            <pc:sldMk cId="972605199" sldId="259"/>
            <ac:spMk id="3" creationId="{F4A84316-231B-2365-061B-4C444F543752}"/>
          </ac:spMkLst>
        </pc:spChg>
        <pc:spChg chg="add">
          <ac:chgData name="Cooley, Ryan Christopher" userId="e227f8c3-e17d-439d-bdc9-545f17654ebb" providerId="ADAL" clId="{8A6A303C-57DB-4397-905B-ED6F3CC9A147}" dt="2025-05-08T16:30:37.665" v="3" actId="26606"/>
          <ac:spMkLst>
            <pc:docMk/>
            <pc:sldMk cId="972605199" sldId="259"/>
            <ac:spMk id="8" creationId="{A2679492-7988-4050-9056-542444452411}"/>
          </ac:spMkLst>
        </pc:spChg>
        <pc:spChg chg="add">
          <ac:chgData name="Cooley, Ryan Christopher" userId="e227f8c3-e17d-439d-bdc9-545f17654ebb" providerId="ADAL" clId="{8A6A303C-57DB-4397-905B-ED6F3CC9A147}" dt="2025-05-08T16:30:37.665" v="3" actId="26606"/>
          <ac:spMkLst>
            <pc:docMk/>
            <pc:sldMk cId="972605199" sldId="259"/>
            <ac:spMk id="10" creationId="{B091B163-7D61-4891-ABCF-5C13D9C418D0}"/>
          </ac:spMkLst>
        </pc:spChg>
        <pc:grpChg chg="add">
          <ac:chgData name="Cooley, Ryan Christopher" userId="e227f8c3-e17d-439d-bdc9-545f17654ebb" providerId="ADAL" clId="{8A6A303C-57DB-4397-905B-ED6F3CC9A147}" dt="2025-05-08T16:30:37.665" v="3" actId="26606"/>
          <ac:grpSpMkLst>
            <pc:docMk/>
            <pc:sldMk cId="972605199" sldId="259"/>
            <ac:grpSpMk id="12" creationId="{0474DF76-993E-44DE-AFB0-C416182ACECF}"/>
          </ac:grpSpMkLst>
        </pc:grpChg>
        <pc:cxnChg chg="add">
          <ac:chgData name="Cooley, Ryan Christopher" userId="e227f8c3-e17d-439d-bdc9-545f17654ebb" providerId="ADAL" clId="{8A6A303C-57DB-4397-905B-ED6F3CC9A147}" dt="2025-05-08T16:30:37.665" v="3" actId="26606"/>
          <ac:cxnSpMkLst>
            <pc:docMk/>
            <pc:sldMk cId="972605199" sldId="259"/>
            <ac:cxnSpMk id="17" creationId="{C49DA8F6-BCC1-4447-B54C-57856834B94B}"/>
          </ac:cxnSpMkLst>
        </pc:cxnChg>
      </pc:sldChg>
      <pc:sldChg chg="addSp modSp mod setBg">
        <pc:chgData name="Cooley, Ryan Christopher" userId="e227f8c3-e17d-439d-bdc9-545f17654ebb" providerId="ADAL" clId="{8A6A303C-57DB-4397-905B-ED6F3CC9A147}" dt="2025-05-08T16:30:41.994" v="4" actId="26606"/>
        <pc:sldMkLst>
          <pc:docMk/>
          <pc:sldMk cId="3577761565" sldId="260"/>
        </pc:sldMkLst>
        <pc:spChg chg="mod">
          <ac:chgData name="Cooley, Ryan Christopher" userId="e227f8c3-e17d-439d-bdc9-545f17654ebb" providerId="ADAL" clId="{8A6A303C-57DB-4397-905B-ED6F3CC9A147}" dt="2025-05-08T16:30:41.994" v="4" actId="26606"/>
          <ac:spMkLst>
            <pc:docMk/>
            <pc:sldMk cId="3577761565" sldId="260"/>
            <ac:spMk id="2" creationId="{B4C2BAE0-95A0-71DA-A237-40A97C012D44}"/>
          </ac:spMkLst>
        </pc:spChg>
        <pc:spChg chg="mod">
          <ac:chgData name="Cooley, Ryan Christopher" userId="e227f8c3-e17d-439d-bdc9-545f17654ebb" providerId="ADAL" clId="{8A6A303C-57DB-4397-905B-ED6F3CC9A147}" dt="2025-05-08T16:30:41.994" v="4" actId="26606"/>
          <ac:spMkLst>
            <pc:docMk/>
            <pc:sldMk cId="3577761565" sldId="260"/>
            <ac:spMk id="3" creationId="{99856CC7-D6E8-2BEA-BE31-2CE4F7450394}"/>
          </ac:spMkLst>
        </pc:spChg>
        <pc:spChg chg="add">
          <ac:chgData name="Cooley, Ryan Christopher" userId="e227f8c3-e17d-439d-bdc9-545f17654ebb" providerId="ADAL" clId="{8A6A303C-57DB-4397-905B-ED6F3CC9A147}" dt="2025-05-08T16:30:41.994" v="4" actId="26606"/>
          <ac:spMkLst>
            <pc:docMk/>
            <pc:sldMk cId="3577761565" sldId="260"/>
            <ac:spMk id="8" creationId="{A2679492-7988-4050-9056-542444452411}"/>
          </ac:spMkLst>
        </pc:spChg>
        <pc:spChg chg="add">
          <ac:chgData name="Cooley, Ryan Christopher" userId="e227f8c3-e17d-439d-bdc9-545f17654ebb" providerId="ADAL" clId="{8A6A303C-57DB-4397-905B-ED6F3CC9A147}" dt="2025-05-08T16:30:41.994" v="4" actId="26606"/>
          <ac:spMkLst>
            <pc:docMk/>
            <pc:sldMk cId="3577761565" sldId="260"/>
            <ac:spMk id="10" creationId="{B091B163-7D61-4891-ABCF-5C13D9C418D0}"/>
          </ac:spMkLst>
        </pc:spChg>
        <pc:grpChg chg="add">
          <ac:chgData name="Cooley, Ryan Christopher" userId="e227f8c3-e17d-439d-bdc9-545f17654ebb" providerId="ADAL" clId="{8A6A303C-57DB-4397-905B-ED6F3CC9A147}" dt="2025-05-08T16:30:41.994" v="4" actId="26606"/>
          <ac:grpSpMkLst>
            <pc:docMk/>
            <pc:sldMk cId="3577761565" sldId="260"/>
            <ac:grpSpMk id="12" creationId="{0474DF76-993E-44DE-AFB0-C416182ACECF}"/>
          </ac:grpSpMkLst>
        </pc:grpChg>
        <pc:cxnChg chg="add">
          <ac:chgData name="Cooley, Ryan Christopher" userId="e227f8c3-e17d-439d-bdc9-545f17654ebb" providerId="ADAL" clId="{8A6A303C-57DB-4397-905B-ED6F3CC9A147}" dt="2025-05-08T16:30:41.994" v="4" actId="26606"/>
          <ac:cxnSpMkLst>
            <pc:docMk/>
            <pc:sldMk cId="3577761565" sldId="260"/>
            <ac:cxnSpMk id="17" creationId="{C49DA8F6-BCC1-4447-B54C-57856834B94B}"/>
          </ac:cxnSpMkLst>
        </pc:cxnChg>
      </pc:sldChg>
      <pc:sldChg chg="addSp modSp mod setBg">
        <pc:chgData name="Cooley, Ryan Christopher" userId="e227f8c3-e17d-439d-bdc9-545f17654ebb" providerId="ADAL" clId="{8A6A303C-57DB-4397-905B-ED6F3CC9A147}" dt="2025-05-08T16:30:47.198" v="5" actId="26606"/>
        <pc:sldMkLst>
          <pc:docMk/>
          <pc:sldMk cId="3778701243" sldId="261"/>
        </pc:sldMkLst>
        <pc:spChg chg="mod">
          <ac:chgData name="Cooley, Ryan Christopher" userId="e227f8c3-e17d-439d-bdc9-545f17654ebb" providerId="ADAL" clId="{8A6A303C-57DB-4397-905B-ED6F3CC9A147}" dt="2025-05-08T16:30:47.198" v="5" actId="26606"/>
          <ac:spMkLst>
            <pc:docMk/>
            <pc:sldMk cId="3778701243" sldId="261"/>
            <ac:spMk id="2" creationId="{1763699B-11A6-44AA-B40F-092AF34908CA}"/>
          </ac:spMkLst>
        </pc:spChg>
        <pc:spChg chg="mod">
          <ac:chgData name="Cooley, Ryan Christopher" userId="e227f8c3-e17d-439d-bdc9-545f17654ebb" providerId="ADAL" clId="{8A6A303C-57DB-4397-905B-ED6F3CC9A147}" dt="2025-05-08T16:30:47.198" v="5" actId="26606"/>
          <ac:spMkLst>
            <pc:docMk/>
            <pc:sldMk cId="3778701243" sldId="261"/>
            <ac:spMk id="3" creationId="{3D49E564-2FEE-425B-7303-8ADCDEBE6E6A}"/>
          </ac:spMkLst>
        </pc:spChg>
        <pc:spChg chg="add">
          <ac:chgData name="Cooley, Ryan Christopher" userId="e227f8c3-e17d-439d-bdc9-545f17654ebb" providerId="ADAL" clId="{8A6A303C-57DB-4397-905B-ED6F3CC9A147}" dt="2025-05-08T16:30:47.198" v="5" actId="26606"/>
          <ac:spMkLst>
            <pc:docMk/>
            <pc:sldMk cId="3778701243" sldId="261"/>
            <ac:spMk id="8" creationId="{A2679492-7988-4050-9056-542444452411}"/>
          </ac:spMkLst>
        </pc:spChg>
        <pc:spChg chg="add">
          <ac:chgData name="Cooley, Ryan Christopher" userId="e227f8c3-e17d-439d-bdc9-545f17654ebb" providerId="ADAL" clId="{8A6A303C-57DB-4397-905B-ED6F3CC9A147}" dt="2025-05-08T16:30:47.198" v="5" actId="26606"/>
          <ac:spMkLst>
            <pc:docMk/>
            <pc:sldMk cId="3778701243" sldId="261"/>
            <ac:spMk id="10" creationId="{B091B163-7D61-4891-ABCF-5C13D9C418D0}"/>
          </ac:spMkLst>
        </pc:spChg>
        <pc:grpChg chg="add">
          <ac:chgData name="Cooley, Ryan Christopher" userId="e227f8c3-e17d-439d-bdc9-545f17654ebb" providerId="ADAL" clId="{8A6A303C-57DB-4397-905B-ED6F3CC9A147}" dt="2025-05-08T16:30:47.198" v="5" actId="26606"/>
          <ac:grpSpMkLst>
            <pc:docMk/>
            <pc:sldMk cId="3778701243" sldId="261"/>
            <ac:grpSpMk id="12" creationId="{0474DF76-993E-44DE-AFB0-C416182ACECF}"/>
          </ac:grpSpMkLst>
        </pc:grpChg>
        <pc:cxnChg chg="add">
          <ac:chgData name="Cooley, Ryan Christopher" userId="e227f8c3-e17d-439d-bdc9-545f17654ebb" providerId="ADAL" clId="{8A6A303C-57DB-4397-905B-ED6F3CC9A147}" dt="2025-05-08T16:30:47.198" v="5" actId="26606"/>
          <ac:cxnSpMkLst>
            <pc:docMk/>
            <pc:sldMk cId="3778701243" sldId="261"/>
            <ac:cxnSpMk id="17" creationId="{C49DA8F6-BCC1-4447-B54C-57856834B94B}"/>
          </ac:cxnSpMkLst>
        </pc:cxnChg>
      </pc:sldChg>
      <pc:sldChg chg="addSp modSp mod setBg">
        <pc:chgData name="Cooley, Ryan Christopher" userId="e227f8c3-e17d-439d-bdc9-545f17654ebb" providerId="ADAL" clId="{8A6A303C-57DB-4397-905B-ED6F3CC9A147}" dt="2025-05-08T18:44:39.680" v="8" actId="33524"/>
        <pc:sldMkLst>
          <pc:docMk/>
          <pc:sldMk cId="3744420854" sldId="262"/>
        </pc:sldMkLst>
        <pc:spChg chg="mod">
          <ac:chgData name="Cooley, Ryan Christopher" userId="e227f8c3-e17d-439d-bdc9-545f17654ebb" providerId="ADAL" clId="{8A6A303C-57DB-4397-905B-ED6F3CC9A147}" dt="2025-05-08T16:30:52.380" v="6" actId="26606"/>
          <ac:spMkLst>
            <pc:docMk/>
            <pc:sldMk cId="3744420854" sldId="262"/>
            <ac:spMk id="2" creationId="{F835F422-3BA5-F6FC-CFAB-E4918AF76C93}"/>
          </ac:spMkLst>
        </pc:spChg>
        <pc:spChg chg="mod">
          <ac:chgData name="Cooley, Ryan Christopher" userId="e227f8c3-e17d-439d-bdc9-545f17654ebb" providerId="ADAL" clId="{8A6A303C-57DB-4397-905B-ED6F3CC9A147}" dt="2025-05-08T18:44:39.680" v="8" actId="33524"/>
          <ac:spMkLst>
            <pc:docMk/>
            <pc:sldMk cId="3744420854" sldId="262"/>
            <ac:spMk id="3" creationId="{538246FD-5202-CCBC-7D69-BC1AD77224F4}"/>
          </ac:spMkLst>
        </pc:spChg>
        <pc:spChg chg="add">
          <ac:chgData name="Cooley, Ryan Christopher" userId="e227f8c3-e17d-439d-bdc9-545f17654ebb" providerId="ADAL" clId="{8A6A303C-57DB-4397-905B-ED6F3CC9A147}" dt="2025-05-08T16:30:52.380" v="6" actId="26606"/>
          <ac:spMkLst>
            <pc:docMk/>
            <pc:sldMk cId="3744420854" sldId="262"/>
            <ac:spMk id="8" creationId="{A2679492-7988-4050-9056-542444452411}"/>
          </ac:spMkLst>
        </pc:spChg>
        <pc:spChg chg="add">
          <ac:chgData name="Cooley, Ryan Christopher" userId="e227f8c3-e17d-439d-bdc9-545f17654ebb" providerId="ADAL" clId="{8A6A303C-57DB-4397-905B-ED6F3CC9A147}" dt="2025-05-08T16:30:52.380" v="6" actId="26606"/>
          <ac:spMkLst>
            <pc:docMk/>
            <pc:sldMk cId="3744420854" sldId="262"/>
            <ac:spMk id="10" creationId="{B091B163-7D61-4891-ABCF-5C13D9C418D0}"/>
          </ac:spMkLst>
        </pc:spChg>
        <pc:grpChg chg="add">
          <ac:chgData name="Cooley, Ryan Christopher" userId="e227f8c3-e17d-439d-bdc9-545f17654ebb" providerId="ADAL" clId="{8A6A303C-57DB-4397-905B-ED6F3CC9A147}" dt="2025-05-08T16:30:52.380" v="6" actId="26606"/>
          <ac:grpSpMkLst>
            <pc:docMk/>
            <pc:sldMk cId="3744420854" sldId="262"/>
            <ac:grpSpMk id="12" creationId="{0474DF76-993E-44DE-AFB0-C416182ACECF}"/>
          </ac:grpSpMkLst>
        </pc:grpChg>
        <pc:cxnChg chg="add">
          <ac:chgData name="Cooley, Ryan Christopher" userId="e227f8c3-e17d-439d-bdc9-545f17654ebb" providerId="ADAL" clId="{8A6A303C-57DB-4397-905B-ED6F3CC9A147}" dt="2025-05-08T16:30:52.380" v="6" actId="26606"/>
          <ac:cxnSpMkLst>
            <pc:docMk/>
            <pc:sldMk cId="3744420854" sldId="262"/>
            <ac:cxnSpMk id="17" creationId="{C49DA8F6-BCC1-4447-B54C-57856834B94B}"/>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5/8/2025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5/8/2025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5/8/2025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5/8/2025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ctrTitle"/>
          </p:nvPr>
        </p:nvSpPr>
        <p:spPr>
          <a:xfrm>
            <a:off x="3880430" y="583345"/>
            <a:ext cx="7160357" cy="4164820"/>
          </a:xfrm>
        </p:spPr>
        <p:txBody>
          <a:bodyPr anchor="t">
            <a:normAutofit/>
          </a:bodyPr>
          <a:lstStyle/>
          <a:p>
            <a:pPr algn="r"/>
            <a:r>
              <a:rPr lang="en-US" sz="8000">
                <a:solidFill>
                  <a:srgbClr val="FFFFFF"/>
                </a:solidFill>
              </a:rPr>
              <a:t>Project Pase 2</a:t>
            </a:r>
          </a:p>
        </p:txBody>
      </p:sp>
      <p:sp>
        <p:nvSpPr>
          <p:cNvPr id="3" name="Subtitle 2"/>
          <p:cNvSpPr>
            <a:spLocks noGrp="1"/>
          </p:cNvSpPr>
          <p:nvPr>
            <p:ph type="subTitle" idx="1"/>
          </p:nvPr>
        </p:nvSpPr>
        <p:spPr>
          <a:xfrm>
            <a:off x="1208228" y="5972174"/>
            <a:ext cx="8578699" cy="504825"/>
          </a:xfrm>
        </p:spPr>
        <p:txBody>
          <a:bodyPr vert="horz" lIns="91440" tIns="45720" rIns="91440" bIns="45720" rtlCol="0">
            <a:normAutofit/>
          </a:bodyPr>
          <a:lstStyle/>
          <a:p>
            <a:pPr algn="l"/>
            <a:r>
              <a:rPr lang="en-US" sz="2000">
                <a:solidFill>
                  <a:srgbClr val="FFFFFF"/>
                </a:solidFill>
              </a:rPr>
              <a:t>By: Ryan Cooley </a:t>
            </a:r>
          </a:p>
        </p:txBody>
      </p:sp>
      <p:sp>
        <p:nvSpPr>
          <p:cNvPr id="1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6" name="Straight Connector 1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8"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20"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49FF7F9-99CA-5A02-21C7-26CA1E85C0F9}"/>
              </a:ext>
            </a:extLst>
          </p:cNvPr>
          <p:cNvSpPr>
            <a:spLocks noGrp="1"/>
          </p:cNvSpPr>
          <p:nvPr>
            <p:ph type="title"/>
          </p:nvPr>
        </p:nvSpPr>
        <p:spPr>
          <a:xfrm>
            <a:off x="1188069" y="381935"/>
            <a:ext cx="4008583" cy="5974414"/>
          </a:xfrm>
        </p:spPr>
        <p:txBody>
          <a:bodyPr anchor="ctr">
            <a:normAutofit/>
          </a:bodyPr>
          <a:lstStyle/>
          <a:p>
            <a:r>
              <a:rPr lang="en-US" sz="8000">
                <a:solidFill>
                  <a:srgbClr val="FFFFFF"/>
                </a:solidFill>
              </a:rPr>
              <a:t>Naïve Score</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005C8BD0-D7FA-9266-CC05-DE82462C240B}"/>
              </a:ext>
            </a:extLst>
          </p:cNvPr>
          <p:cNvSpPr>
            <a:spLocks noGrp="1"/>
          </p:cNvSpPr>
          <p:nvPr>
            <p:ph idx="1"/>
          </p:nvPr>
        </p:nvSpPr>
        <p:spPr>
          <a:xfrm>
            <a:off x="6297233" y="518400"/>
            <a:ext cx="4771607" cy="5837949"/>
          </a:xfrm>
        </p:spPr>
        <p:txBody>
          <a:bodyPr vert="horz" lIns="91440" tIns="45720" rIns="91440" bIns="45720" rtlCol="0" anchor="ctr">
            <a:normAutofit/>
          </a:bodyPr>
          <a:lstStyle/>
          <a:p>
            <a:r>
              <a:rPr lang="en-US" sz="2000">
                <a:solidFill>
                  <a:schemeClr val="tx1">
                    <a:alpha val="80000"/>
                  </a:schemeClr>
                </a:solidFill>
              </a:rPr>
              <a:t>The most basic model is one that includes every variable and says that everyone have the same outcome. Obviouslly this is not the case but typically it will have a decent accuracy rate as some of the people in that data set will have that outcome. Therefore, even though the model is not really doing anything it is still partially accurate. </a:t>
            </a:r>
          </a:p>
          <a:p>
            <a:r>
              <a:rPr lang="en-US" sz="2000">
                <a:solidFill>
                  <a:schemeClr val="tx1">
                    <a:alpha val="80000"/>
                  </a:schemeClr>
                </a:solidFill>
              </a:rPr>
              <a:t>In our case the naïve accuracy for the model on the training and testing set is 79.64% and 79.61% respectfully. </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2337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FD425DD8-734C-27C2-F963-87FE950EF854}"/>
              </a:ext>
            </a:extLst>
          </p:cNvPr>
          <p:cNvSpPr>
            <a:spLocks noGrp="1"/>
          </p:cNvSpPr>
          <p:nvPr>
            <p:ph type="title"/>
          </p:nvPr>
        </p:nvSpPr>
        <p:spPr>
          <a:xfrm>
            <a:off x="1188069" y="381935"/>
            <a:ext cx="4008583" cy="5974414"/>
          </a:xfrm>
        </p:spPr>
        <p:txBody>
          <a:bodyPr anchor="ctr">
            <a:normAutofit/>
          </a:bodyPr>
          <a:lstStyle/>
          <a:p>
            <a:r>
              <a:rPr lang="en-US" sz="6200">
                <a:solidFill>
                  <a:srgbClr val="FFFFFF"/>
                </a:solidFill>
              </a:rPr>
              <a:t>Logistic Regression</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C26BCBD9-FB4B-5264-9056-CEFFE641F9DA}"/>
              </a:ext>
            </a:extLst>
          </p:cNvPr>
          <p:cNvSpPr>
            <a:spLocks noGrp="1"/>
          </p:cNvSpPr>
          <p:nvPr>
            <p:ph idx="1"/>
          </p:nvPr>
        </p:nvSpPr>
        <p:spPr>
          <a:xfrm>
            <a:off x="6297233" y="518400"/>
            <a:ext cx="4771607" cy="5837949"/>
          </a:xfrm>
        </p:spPr>
        <p:txBody>
          <a:bodyPr vert="horz" lIns="91440" tIns="45720" rIns="91440" bIns="45720" rtlCol="0" anchor="ctr">
            <a:normAutofit/>
          </a:bodyPr>
          <a:lstStyle/>
          <a:p>
            <a:r>
              <a:rPr lang="en-US" sz="2000">
                <a:solidFill>
                  <a:schemeClr val="tx1">
                    <a:alpha val="80000"/>
                  </a:schemeClr>
                </a:solidFill>
              </a:rPr>
              <a:t>For my logistic regression model I chose to use the variables Age, Balance, NumOfProducts, Geography, Gender and IsActiveMember as they had the most impact on the Exited variable. </a:t>
            </a:r>
          </a:p>
          <a:p>
            <a:r>
              <a:rPr lang="en-US" sz="2000">
                <a:solidFill>
                  <a:schemeClr val="tx1">
                    <a:alpha val="80000"/>
                  </a:schemeClr>
                </a:solidFill>
              </a:rPr>
              <a:t>From the model this created I got an accuracy of 68.54% on the training set and 68.88% on the testing set. </a:t>
            </a:r>
          </a:p>
          <a:p>
            <a:r>
              <a:rPr lang="en-US" sz="2000">
                <a:solidFill>
                  <a:schemeClr val="tx1">
                    <a:alpha val="80000"/>
                  </a:schemeClr>
                </a:solidFill>
              </a:rPr>
              <a:t>To get a better outcome I also had to manipulate the threshold of the model by using the ROC curve which gave a threshold of 0.1886. </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0505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A6E4E4B7-856A-6977-AED5-1902E26223CC}"/>
              </a:ext>
            </a:extLst>
          </p:cNvPr>
          <p:cNvSpPr>
            <a:spLocks noGrp="1"/>
          </p:cNvSpPr>
          <p:nvPr>
            <p:ph type="title"/>
          </p:nvPr>
        </p:nvSpPr>
        <p:spPr>
          <a:xfrm>
            <a:off x="1188069" y="381935"/>
            <a:ext cx="4008583" cy="5974414"/>
          </a:xfrm>
        </p:spPr>
        <p:txBody>
          <a:bodyPr anchor="ctr">
            <a:normAutofit/>
          </a:bodyPr>
          <a:lstStyle/>
          <a:p>
            <a:r>
              <a:rPr lang="en-US" sz="5000">
                <a:solidFill>
                  <a:srgbClr val="FFFFFF"/>
                </a:solidFill>
              </a:rPr>
              <a:t>Classification Trees</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F4A84316-231B-2365-061B-4C444F543752}"/>
              </a:ext>
            </a:extLst>
          </p:cNvPr>
          <p:cNvSpPr>
            <a:spLocks noGrp="1"/>
          </p:cNvSpPr>
          <p:nvPr>
            <p:ph idx="1"/>
          </p:nvPr>
        </p:nvSpPr>
        <p:spPr>
          <a:xfrm>
            <a:off x="6297233" y="518400"/>
            <a:ext cx="4771607" cy="5837949"/>
          </a:xfrm>
        </p:spPr>
        <p:txBody>
          <a:bodyPr vert="horz" lIns="91440" tIns="45720" rIns="91440" bIns="45720" rtlCol="0" anchor="ctr">
            <a:normAutofit/>
          </a:bodyPr>
          <a:lstStyle/>
          <a:p>
            <a:r>
              <a:rPr lang="en-US" sz="2000">
                <a:solidFill>
                  <a:schemeClr val="tx1">
                    <a:alpha val="80000"/>
                  </a:schemeClr>
                </a:solidFill>
              </a:rPr>
              <a:t>For my model I used the same variables as before since they had the biggest reaction when plotted against Exited.</a:t>
            </a:r>
          </a:p>
          <a:p>
            <a:endParaRPr lang="en-US" sz="2000">
              <a:solidFill>
                <a:schemeClr val="tx1">
                  <a:alpha val="80000"/>
                </a:schemeClr>
              </a:solidFill>
            </a:endParaRPr>
          </a:p>
          <a:p>
            <a:r>
              <a:rPr lang="en-US" sz="2000">
                <a:solidFill>
                  <a:schemeClr val="tx1">
                    <a:alpha val="80000"/>
                  </a:schemeClr>
                </a:solidFill>
              </a:rPr>
              <a:t>The accuracy of my training and testing set were 88.61% and 84.81%. </a:t>
            </a:r>
          </a:p>
          <a:p>
            <a:endParaRPr lang="en-US" sz="2000">
              <a:solidFill>
                <a:schemeClr val="tx1">
                  <a:alpha val="80000"/>
                </a:schemeClr>
              </a:solidFill>
            </a:endParaRPr>
          </a:p>
          <a:p>
            <a:r>
              <a:rPr lang="en-US" sz="2000">
                <a:solidFill>
                  <a:schemeClr val="tx1">
                    <a:alpha val="80000"/>
                  </a:schemeClr>
                </a:solidFill>
              </a:rPr>
              <a:t>This was also tuned by changing the CP to make sure we had the most accurate tree possible without overfitting the data set</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2605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4C2BAE0-95A0-71DA-A237-40A97C012D44}"/>
              </a:ext>
            </a:extLst>
          </p:cNvPr>
          <p:cNvSpPr>
            <a:spLocks noGrp="1"/>
          </p:cNvSpPr>
          <p:nvPr>
            <p:ph type="title"/>
          </p:nvPr>
        </p:nvSpPr>
        <p:spPr>
          <a:xfrm>
            <a:off x="1188069" y="381935"/>
            <a:ext cx="4008583" cy="5974414"/>
          </a:xfrm>
        </p:spPr>
        <p:txBody>
          <a:bodyPr anchor="ctr">
            <a:normAutofit/>
          </a:bodyPr>
          <a:lstStyle/>
          <a:p>
            <a:r>
              <a:rPr lang="en-US" sz="8000">
                <a:solidFill>
                  <a:srgbClr val="FFFFFF"/>
                </a:solidFill>
              </a:rPr>
              <a:t>Random Forests</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99856CC7-D6E8-2BEA-BE31-2CE4F7450394}"/>
              </a:ext>
            </a:extLst>
          </p:cNvPr>
          <p:cNvSpPr>
            <a:spLocks noGrp="1"/>
          </p:cNvSpPr>
          <p:nvPr>
            <p:ph idx="1"/>
          </p:nvPr>
        </p:nvSpPr>
        <p:spPr>
          <a:xfrm>
            <a:off x="6297233" y="518400"/>
            <a:ext cx="4771607" cy="5837949"/>
          </a:xfrm>
        </p:spPr>
        <p:txBody>
          <a:bodyPr vert="horz" lIns="91440" tIns="45720" rIns="91440" bIns="45720" rtlCol="0" anchor="ctr">
            <a:normAutofit/>
          </a:bodyPr>
          <a:lstStyle/>
          <a:p>
            <a:r>
              <a:rPr lang="en-US" sz="2000">
                <a:solidFill>
                  <a:schemeClr val="tx1">
                    <a:alpha val="80000"/>
                  </a:schemeClr>
                </a:solidFill>
              </a:rPr>
              <a:t>For my model I used all of the variables in the data set as due to the many classification trees that make up a random forest the not as important variables can be used to increase accuracy. </a:t>
            </a:r>
          </a:p>
          <a:p>
            <a:endParaRPr lang="en-US" sz="2000">
              <a:solidFill>
                <a:schemeClr val="tx1">
                  <a:alpha val="80000"/>
                </a:schemeClr>
              </a:solidFill>
            </a:endParaRPr>
          </a:p>
          <a:p>
            <a:r>
              <a:rPr lang="en-US" sz="2000">
                <a:solidFill>
                  <a:schemeClr val="tx1">
                    <a:alpha val="80000"/>
                  </a:schemeClr>
                </a:solidFill>
              </a:rPr>
              <a:t>From my model I got an accuracy of 83.88 and 83.91 for the training and test set respectfully.</a:t>
            </a:r>
          </a:p>
          <a:p>
            <a:endParaRPr lang="en-US" sz="2000">
              <a:solidFill>
                <a:schemeClr val="tx1">
                  <a:alpha val="80000"/>
                </a:schemeClr>
              </a:solidFill>
            </a:endParaRPr>
          </a:p>
          <a:p>
            <a:r>
              <a:rPr lang="en-US" sz="2000">
                <a:solidFill>
                  <a:schemeClr val="tx1">
                    <a:alpha val="80000"/>
                  </a:schemeClr>
                </a:solidFill>
              </a:rPr>
              <a:t>This was achieved using the ranger method and was fine-tuned by using the optimal values for mtry, min_nin and number of trees. </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7761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1763699B-11A6-44AA-B40F-092AF34908CA}"/>
              </a:ext>
            </a:extLst>
          </p:cNvPr>
          <p:cNvSpPr>
            <a:spLocks noGrp="1"/>
          </p:cNvSpPr>
          <p:nvPr>
            <p:ph type="title"/>
          </p:nvPr>
        </p:nvSpPr>
        <p:spPr>
          <a:xfrm>
            <a:off x="1188069" y="381935"/>
            <a:ext cx="4008583" cy="5974414"/>
          </a:xfrm>
        </p:spPr>
        <p:txBody>
          <a:bodyPr anchor="ctr">
            <a:normAutofit/>
          </a:bodyPr>
          <a:lstStyle/>
          <a:p>
            <a:r>
              <a:rPr lang="en-US" sz="8000">
                <a:solidFill>
                  <a:srgbClr val="FFFFFF"/>
                </a:solidFill>
              </a:rPr>
              <a:t>Models Vs. Naive</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3D49E564-2FEE-425B-7303-8ADCDEBE6E6A}"/>
              </a:ext>
            </a:extLst>
          </p:cNvPr>
          <p:cNvSpPr>
            <a:spLocks noGrp="1"/>
          </p:cNvSpPr>
          <p:nvPr>
            <p:ph idx="1"/>
          </p:nvPr>
        </p:nvSpPr>
        <p:spPr>
          <a:xfrm>
            <a:off x="6297233" y="518400"/>
            <a:ext cx="4771607" cy="5837949"/>
          </a:xfrm>
        </p:spPr>
        <p:txBody>
          <a:bodyPr vert="horz" lIns="91440" tIns="45720" rIns="91440" bIns="45720" rtlCol="0" anchor="ctr">
            <a:normAutofit/>
          </a:bodyPr>
          <a:lstStyle/>
          <a:p>
            <a:r>
              <a:rPr lang="en-US" sz="2000">
                <a:solidFill>
                  <a:schemeClr val="tx1">
                    <a:alpha val="80000"/>
                  </a:schemeClr>
                </a:solidFill>
              </a:rPr>
              <a:t>When evaluating a model one of the main ways is to compare the accuracy to the naïve model.</a:t>
            </a:r>
          </a:p>
          <a:p>
            <a:r>
              <a:rPr lang="en-US" sz="2000">
                <a:solidFill>
                  <a:schemeClr val="tx1">
                    <a:alpha val="80000"/>
                  </a:schemeClr>
                </a:solidFill>
              </a:rPr>
              <a:t>For my logistical regression model my accuracy was 68.54% and 68.88% which was actually 10% lower than the naïve which means this model is not as good.</a:t>
            </a:r>
          </a:p>
          <a:p>
            <a:r>
              <a:rPr lang="en-US" sz="2000">
                <a:solidFill>
                  <a:schemeClr val="tx1">
                    <a:alpha val="80000"/>
                  </a:schemeClr>
                </a:solidFill>
              </a:rPr>
              <a:t>For the classification trees the values were 88.61% and 84.81% which is about 5%-9% more than the naïve which means it is useful.</a:t>
            </a:r>
          </a:p>
          <a:p>
            <a:r>
              <a:rPr lang="en-US" sz="2000">
                <a:solidFill>
                  <a:schemeClr val="tx1">
                    <a:alpha val="80000"/>
                  </a:schemeClr>
                </a:solidFill>
              </a:rPr>
              <a:t>For the random forest I got values of 83.88% and 83.91% which is about 4% higher than the naïve. </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8701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F835F422-3BA5-F6FC-CFAB-E4918AF76C93}"/>
              </a:ext>
            </a:extLst>
          </p:cNvPr>
          <p:cNvSpPr>
            <a:spLocks noGrp="1"/>
          </p:cNvSpPr>
          <p:nvPr>
            <p:ph type="title"/>
          </p:nvPr>
        </p:nvSpPr>
        <p:spPr>
          <a:xfrm>
            <a:off x="1188069" y="381935"/>
            <a:ext cx="4008583" cy="5974414"/>
          </a:xfrm>
        </p:spPr>
        <p:txBody>
          <a:bodyPr anchor="ctr">
            <a:normAutofit/>
          </a:bodyPr>
          <a:lstStyle/>
          <a:p>
            <a:r>
              <a:rPr lang="en-US" sz="5600">
                <a:solidFill>
                  <a:srgbClr val="FFFFFF"/>
                </a:solidFill>
              </a:rPr>
              <a:t>Real World Applications</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538246FD-5202-CCBC-7D69-BC1AD77224F4}"/>
              </a:ext>
            </a:extLst>
          </p:cNvPr>
          <p:cNvSpPr>
            <a:spLocks noGrp="1"/>
          </p:cNvSpPr>
          <p:nvPr>
            <p:ph idx="1"/>
          </p:nvPr>
        </p:nvSpPr>
        <p:spPr>
          <a:xfrm>
            <a:off x="6297233" y="518400"/>
            <a:ext cx="4771607" cy="5837949"/>
          </a:xfrm>
        </p:spPr>
        <p:txBody>
          <a:bodyPr vert="horz" lIns="91440" tIns="45720" rIns="91440" bIns="45720" rtlCol="0" anchor="ctr">
            <a:normAutofit/>
          </a:bodyPr>
          <a:lstStyle/>
          <a:p>
            <a:r>
              <a:rPr lang="en-US" sz="1900" dirty="0">
                <a:solidFill>
                  <a:schemeClr val="tx1">
                    <a:alpha val="80000"/>
                  </a:schemeClr>
                </a:solidFill>
                <a:ea typeface="+mn-lt"/>
                <a:cs typeface="+mn-lt"/>
              </a:rPr>
              <a:t>These models can be applied to see how often a customer will stop doing business with the bank. While these models tend to have a high accuracy the sensitivity is low. For the classification tree the values of sensitivity are 39.5% and 42.2% for training and testing respectfully. While for the random forests it is 22.9% and 25.0% for the training and testing respectfully. This means my models are missing many of the true positives cases even though the accuracy is pretty high. Though this can occur when there are lot more TN than TP which means we have an imbalanced data set. In this situation it is correct as the churn or customer leaving is the rare </a:t>
            </a:r>
            <a:r>
              <a:rPr lang="en-US" sz="1900" dirty="0" err="1">
                <a:solidFill>
                  <a:schemeClr val="tx1">
                    <a:alpha val="80000"/>
                  </a:schemeClr>
                </a:solidFill>
                <a:ea typeface="+mn-lt"/>
                <a:cs typeface="+mn-lt"/>
              </a:rPr>
              <a:t>occuracne</a:t>
            </a:r>
            <a:r>
              <a:rPr lang="en-US" sz="1900" dirty="0">
                <a:solidFill>
                  <a:schemeClr val="tx1">
                    <a:alpha val="80000"/>
                  </a:schemeClr>
                </a:solidFill>
                <a:ea typeface="+mn-lt"/>
                <a:cs typeface="+mn-lt"/>
              </a:rPr>
              <a:t> in this data set. So until we get a more balance data set it is hard to say if this outcome </a:t>
            </a:r>
            <a:r>
              <a:rPr lang="en-US" sz="1900" dirty="0" err="1">
                <a:solidFill>
                  <a:schemeClr val="tx1">
                    <a:alpha val="80000"/>
                  </a:schemeClr>
                </a:solidFill>
                <a:ea typeface="+mn-lt"/>
                <a:cs typeface="+mn-lt"/>
              </a:rPr>
              <a:t>occured</a:t>
            </a:r>
            <a:r>
              <a:rPr lang="en-US" sz="1900" dirty="0">
                <a:solidFill>
                  <a:schemeClr val="tx1">
                    <a:alpha val="80000"/>
                  </a:schemeClr>
                </a:solidFill>
                <a:ea typeface="+mn-lt"/>
                <a:cs typeface="+mn-lt"/>
              </a:rPr>
              <a:t> due to poor modeling or poor balancing of the data. </a:t>
            </a:r>
            <a:endParaRPr lang="en-US" sz="1900" dirty="0">
              <a:solidFill>
                <a:schemeClr val="tx1">
                  <a:alpha val="80000"/>
                </a:schemeClr>
              </a:solidFill>
            </a:endParaRPr>
          </a:p>
          <a:p>
            <a:endParaRPr lang="en-US" sz="1900" dirty="0">
              <a:solidFill>
                <a:schemeClr val="tx1">
                  <a:alpha val="80000"/>
                </a:schemeClr>
              </a:solidFill>
            </a:endParaRP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44208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e32bd2a-1ccd-49c1-a814-de8553946415}" enabled="1" method="Standard" siteId="{22136781-9753-4c75-af28-68a078871ebf}" removed="0"/>
</clbl:labelList>
</file>

<file path=docProps/app.xml><?xml version="1.0" encoding="utf-8"?>
<Properties xmlns="http://schemas.openxmlformats.org/officeDocument/2006/extended-properties" xmlns:vt="http://schemas.openxmlformats.org/officeDocument/2006/docPropsVTypes">
  <Template>office theme</Template>
  <TotalTime>135</TotalTime>
  <Words>600</Words>
  <Application>Microsoft Office PowerPoint</Application>
  <PresentationFormat>Widescreen</PresentationFormat>
  <Paragraphs>28</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Project Pase 2</vt:lpstr>
      <vt:lpstr>Naïve Score</vt:lpstr>
      <vt:lpstr>Logistic Regression</vt:lpstr>
      <vt:lpstr>Classification Trees</vt:lpstr>
      <vt:lpstr>Random Forests</vt:lpstr>
      <vt:lpstr>Models Vs. Naive</vt:lpstr>
      <vt:lpstr>Real World Applications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Cooley, Ryan Christopher</cp:lastModifiedBy>
  <cp:revision>144</cp:revision>
  <dcterms:created xsi:type="dcterms:W3CDTF">2025-05-05T19:57:52Z</dcterms:created>
  <dcterms:modified xsi:type="dcterms:W3CDTF">2025-05-08T18:44:43Z</dcterms:modified>
</cp:coreProperties>
</file>