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63"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7FC485-AA1A-6769-DC2B-BA0CDE6C8EF3}" v="1842" dt="2025-04-15T20:50:44.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ley, Ryan Christopher" userId="S::rcc4466@uncw.edu::e227f8c3-e17d-439d-bdc9-545f17654ebb" providerId="AD" clId="Web-{877FC485-AA1A-6769-DC2B-BA0CDE6C8EF3}"/>
    <pc:docChg chg="addSld delSld modSld addMainMaster delMainMaster modMainMaster">
      <pc:chgData name="Cooley, Ryan Christopher" userId="S::rcc4466@uncw.edu::e227f8c3-e17d-439d-bdc9-545f17654ebb" providerId="AD" clId="Web-{877FC485-AA1A-6769-DC2B-BA0CDE6C8EF3}" dt="2025-04-15T20:50:44.853" v="1815"/>
      <pc:docMkLst>
        <pc:docMk/>
      </pc:docMkLst>
      <pc:sldChg chg="addSp delSp modSp del mod setBg modClrScheme setClrOvrMap chgLayout">
        <pc:chgData name="Cooley, Ryan Christopher" userId="S::rcc4466@uncw.edu::e227f8c3-e17d-439d-bdc9-545f17654ebb" providerId="AD" clId="Web-{877FC485-AA1A-6769-DC2B-BA0CDE6C8EF3}" dt="2025-04-15T20:50:21.368" v="1814"/>
        <pc:sldMkLst>
          <pc:docMk/>
          <pc:sldMk cId="109857222" sldId="256"/>
        </pc:sldMkLst>
        <pc:spChg chg="mod">
          <ac:chgData name="Cooley, Ryan Christopher" userId="S::rcc4466@uncw.edu::e227f8c3-e17d-439d-bdc9-545f17654ebb" providerId="AD" clId="Web-{877FC485-AA1A-6769-DC2B-BA0CDE6C8EF3}" dt="2025-04-15T17:09:25.232" v="33"/>
          <ac:spMkLst>
            <pc:docMk/>
            <pc:sldMk cId="109857222" sldId="256"/>
            <ac:spMk id="2" creationId="{00000000-0000-0000-0000-000000000000}"/>
          </ac:spMkLst>
        </pc:spChg>
        <pc:spChg chg="mod">
          <ac:chgData name="Cooley, Ryan Christopher" userId="S::rcc4466@uncw.edu::e227f8c3-e17d-439d-bdc9-545f17654ebb" providerId="AD" clId="Web-{877FC485-AA1A-6769-DC2B-BA0CDE6C8EF3}" dt="2025-04-15T17:09:25.232" v="33"/>
          <ac:spMkLst>
            <pc:docMk/>
            <pc:sldMk cId="109857222" sldId="256"/>
            <ac:spMk id="3" creationId="{00000000-0000-0000-0000-000000000000}"/>
          </ac:spMkLst>
        </pc:spChg>
        <pc:spChg chg="add del">
          <ac:chgData name="Cooley, Ryan Christopher" userId="S::rcc4466@uncw.edu::e227f8c3-e17d-439d-bdc9-545f17654ebb" providerId="AD" clId="Web-{877FC485-AA1A-6769-DC2B-BA0CDE6C8EF3}" dt="2025-04-15T17:09:09.279" v="24"/>
          <ac:spMkLst>
            <pc:docMk/>
            <pc:sldMk cId="109857222" sldId="256"/>
            <ac:spMk id="9" creationId="{7A875D55-4A80-43E9-38F6-27E3664939B0}"/>
          </ac:spMkLst>
        </pc:spChg>
        <pc:spChg chg="add del">
          <ac:chgData name="Cooley, Ryan Christopher" userId="S::rcc4466@uncw.edu::e227f8c3-e17d-439d-bdc9-545f17654ebb" providerId="AD" clId="Web-{877FC485-AA1A-6769-DC2B-BA0CDE6C8EF3}" dt="2025-04-15T17:09:12.514" v="26"/>
          <ac:spMkLst>
            <pc:docMk/>
            <pc:sldMk cId="109857222" sldId="256"/>
            <ac:spMk id="11" creationId="{B2C335F7-F61C-4EB4-80F2-4B1438FE66BB}"/>
          </ac:spMkLst>
        </pc:spChg>
        <pc:spChg chg="add del">
          <ac:chgData name="Cooley, Ryan Christopher" userId="S::rcc4466@uncw.edu::e227f8c3-e17d-439d-bdc9-545f17654ebb" providerId="AD" clId="Web-{877FC485-AA1A-6769-DC2B-BA0CDE6C8EF3}" dt="2025-04-15T17:09:12.514" v="26"/>
          <ac:spMkLst>
            <pc:docMk/>
            <pc:sldMk cId="109857222" sldId="256"/>
            <ac:spMk id="12" creationId="{8BEC44CD-E290-4D60-A056-5BA05B182AC3}"/>
          </ac:spMkLst>
        </pc:spChg>
        <pc:spChg chg="add del">
          <ac:chgData name="Cooley, Ryan Christopher" userId="S::rcc4466@uncw.edu::e227f8c3-e17d-439d-bdc9-545f17654ebb" providerId="AD" clId="Web-{877FC485-AA1A-6769-DC2B-BA0CDE6C8EF3}" dt="2025-04-15T17:09:12.514" v="26"/>
          <ac:spMkLst>
            <pc:docMk/>
            <pc:sldMk cId="109857222" sldId="256"/>
            <ac:spMk id="13" creationId="{F1189494-2B67-46D2-93D6-A122A09BF6B2}"/>
          </ac:spMkLst>
        </pc:spChg>
        <pc:spChg chg="add del">
          <ac:chgData name="Cooley, Ryan Christopher" userId="S::rcc4466@uncw.edu::e227f8c3-e17d-439d-bdc9-545f17654ebb" providerId="AD" clId="Web-{877FC485-AA1A-6769-DC2B-BA0CDE6C8EF3}" dt="2025-04-15T17:09:16.154" v="28"/>
          <ac:spMkLst>
            <pc:docMk/>
            <pc:sldMk cId="109857222" sldId="256"/>
            <ac:spMk id="16" creationId="{19F9BF86-FE94-4517-B97D-026C7515E589}"/>
          </ac:spMkLst>
        </pc:spChg>
        <pc:spChg chg="add del">
          <ac:chgData name="Cooley, Ryan Christopher" userId="S::rcc4466@uncw.edu::e227f8c3-e17d-439d-bdc9-545f17654ebb" providerId="AD" clId="Web-{877FC485-AA1A-6769-DC2B-BA0CDE6C8EF3}" dt="2025-04-15T17:09:16.154" v="28"/>
          <ac:spMkLst>
            <pc:docMk/>
            <pc:sldMk cId="109857222" sldId="256"/>
            <ac:spMk id="18" creationId="{0AF66B7C-69F6-439C-A508-14C94AF6BA8C}"/>
          </ac:spMkLst>
        </pc:spChg>
        <pc:spChg chg="add del">
          <ac:chgData name="Cooley, Ryan Christopher" userId="S::rcc4466@uncw.edu::e227f8c3-e17d-439d-bdc9-545f17654ebb" providerId="AD" clId="Web-{877FC485-AA1A-6769-DC2B-BA0CDE6C8EF3}" dt="2025-04-15T17:09:19.232" v="30"/>
          <ac:spMkLst>
            <pc:docMk/>
            <pc:sldMk cId="109857222" sldId="256"/>
            <ac:spMk id="21" creationId="{33E93247-6229-44AB-A550-739E971E690B}"/>
          </ac:spMkLst>
        </pc:spChg>
        <pc:spChg chg="add del">
          <ac:chgData name="Cooley, Ryan Christopher" userId="S::rcc4466@uncw.edu::e227f8c3-e17d-439d-bdc9-545f17654ebb" providerId="AD" clId="Web-{877FC485-AA1A-6769-DC2B-BA0CDE6C8EF3}" dt="2025-04-15T17:09:25.139" v="32"/>
          <ac:spMkLst>
            <pc:docMk/>
            <pc:sldMk cId="109857222" sldId="256"/>
            <ac:spMk id="26" creationId="{7A875D55-4A80-43E9-38F6-27E3664939B0}"/>
          </ac:spMkLst>
        </pc:spChg>
        <pc:spChg chg="add">
          <ac:chgData name="Cooley, Ryan Christopher" userId="S::rcc4466@uncw.edu::e227f8c3-e17d-439d-bdc9-545f17654ebb" providerId="AD" clId="Web-{877FC485-AA1A-6769-DC2B-BA0CDE6C8EF3}" dt="2025-04-15T17:09:25.232" v="33"/>
          <ac:spMkLst>
            <pc:docMk/>
            <pc:sldMk cId="109857222" sldId="256"/>
            <ac:spMk id="29" creationId="{8BEC44CD-E290-4D60-A056-5BA05B182AC3}"/>
          </ac:spMkLst>
        </pc:spChg>
        <pc:spChg chg="add">
          <ac:chgData name="Cooley, Ryan Christopher" userId="S::rcc4466@uncw.edu::e227f8c3-e17d-439d-bdc9-545f17654ebb" providerId="AD" clId="Web-{877FC485-AA1A-6769-DC2B-BA0CDE6C8EF3}" dt="2025-04-15T17:09:25.232" v="33"/>
          <ac:spMkLst>
            <pc:docMk/>
            <pc:sldMk cId="109857222" sldId="256"/>
            <ac:spMk id="31" creationId="{B2C335F7-F61C-4EB4-80F2-4B1438FE66BB}"/>
          </ac:spMkLst>
        </pc:spChg>
        <pc:spChg chg="add">
          <ac:chgData name="Cooley, Ryan Christopher" userId="S::rcc4466@uncw.edu::e227f8c3-e17d-439d-bdc9-545f17654ebb" providerId="AD" clId="Web-{877FC485-AA1A-6769-DC2B-BA0CDE6C8EF3}" dt="2025-04-15T17:09:25.232" v="33"/>
          <ac:spMkLst>
            <pc:docMk/>
            <pc:sldMk cId="109857222" sldId="256"/>
            <ac:spMk id="32" creationId="{F1189494-2B67-46D2-93D6-A122A09BF6B2}"/>
          </ac:spMkLst>
        </pc:spChg>
        <pc:picChg chg="add del">
          <ac:chgData name="Cooley, Ryan Christopher" userId="S::rcc4466@uncw.edu::e227f8c3-e17d-439d-bdc9-545f17654ebb" providerId="AD" clId="Web-{877FC485-AA1A-6769-DC2B-BA0CDE6C8EF3}" dt="2025-04-15T17:09:09.279" v="24"/>
          <ac:picMkLst>
            <pc:docMk/>
            <pc:sldMk cId="109857222" sldId="256"/>
            <ac:picMk id="4" creationId="{18679BE2-9ADA-D55E-F553-B36BE4209AAA}"/>
          </ac:picMkLst>
        </pc:picChg>
        <pc:picChg chg="add del">
          <ac:chgData name="Cooley, Ryan Christopher" userId="S::rcc4466@uncw.edu::e227f8c3-e17d-439d-bdc9-545f17654ebb" providerId="AD" clId="Web-{877FC485-AA1A-6769-DC2B-BA0CDE6C8EF3}" dt="2025-04-15T17:09:12.514" v="26"/>
          <ac:picMkLst>
            <pc:docMk/>
            <pc:sldMk cId="109857222" sldId="256"/>
            <ac:picMk id="14" creationId="{79F93D0E-3476-E91D-3286-9C200C8E58D5}"/>
          </ac:picMkLst>
        </pc:picChg>
        <pc:picChg chg="add del">
          <ac:chgData name="Cooley, Ryan Christopher" userId="S::rcc4466@uncw.edu::e227f8c3-e17d-439d-bdc9-545f17654ebb" providerId="AD" clId="Web-{877FC485-AA1A-6769-DC2B-BA0CDE6C8EF3}" dt="2025-04-15T17:09:16.154" v="28"/>
          <ac:picMkLst>
            <pc:docMk/>
            <pc:sldMk cId="109857222" sldId="256"/>
            <ac:picMk id="17" creationId="{96C83A70-6774-C0CD-238B-AE0984F1045F}"/>
          </ac:picMkLst>
        </pc:picChg>
        <pc:picChg chg="add del">
          <ac:chgData name="Cooley, Ryan Christopher" userId="S::rcc4466@uncw.edu::e227f8c3-e17d-439d-bdc9-545f17654ebb" providerId="AD" clId="Web-{877FC485-AA1A-6769-DC2B-BA0CDE6C8EF3}" dt="2025-04-15T17:09:19.232" v="30"/>
          <ac:picMkLst>
            <pc:docMk/>
            <pc:sldMk cId="109857222" sldId="256"/>
            <ac:picMk id="24" creationId="{C4C17ACB-EAA1-BFE5-B4DD-BD74EA9FD5A1}"/>
          </ac:picMkLst>
        </pc:picChg>
        <pc:picChg chg="add del">
          <ac:chgData name="Cooley, Ryan Christopher" userId="S::rcc4466@uncw.edu::e227f8c3-e17d-439d-bdc9-545f17654ebb" providerId="AD" clId="Web-{877FC485-AA1A-6769-DC2B-BA0CDE6C8EF3}" dt="2025-04-15T17:09:25.139" v="32"/>
          <ac:picMkLst>
            <pc:docMk/>
            <pc:sldMk cId="109857222" sldId="256"/>
            <ac:picMk id="27" creationId="{18679BE2-9ADA-D55E-F553-B36BE4209AAA}"/>
          </ac:picMkLst>
        </pc:picChg>
        <pc:picChg chg="add mod">
          <ac:chgData name="Cooley, Ryan Christopher" userId="S::rcc4466@uncw.edu::e227f8c3-e17d-439d-bdc9-545f17654ebb" providerId="AD" clId="Web-{877FC485-AA1A-6769-DC2B-BA0CDE6C8EF3}" dt="2025-04-15T20:48:30.571" v="1793"/>
          <ac:picMkLst>
            <pc:docMk/>
            <pc:sldMk cId="109857222" sldId="256"/>
            <ac:picMk id="30" creationId="{79F93D0E-3476-E91D-3286-9C200C8E58D5}"/>
          </ac:picMkLst>
        </pc:picChg>
        <pc:cxnChg chg="add del">
          <ac:chgData name="Cooley, Ryan Christopher" userId="S::rcc4466@uncw.edu::e227f8c3-e17d-439d-bdc9-545f17654ebb" providerId="AD" clId="Web-{877FC485-AA1A-6769-DC2B-BA0CDE6C8EF3}" dt="2025-04-15T17:09:16.154" v="28"/>
          <ac:cxnSpMkLst>
            <pc:docMk/>
            <pc:sldMk cId="109857222" sldId="256"/>
            <ac:cxnSpMk id="19" creationId="{97CC2FE6-3AD0-4131-B4BC-1F4D65E25E13}"/>
          </ac:cxnSpMkLst>
        </pc:cxnChg>
        <pc:cxnChg chg="add del">
          <ac:chgData name="Cooley, Ryan Christopher" userId="S::rcc4466@uncw.edu::e227f8c3-e17d-439d-bdc9-545f17654ebb" providerId="AD" clId="Web-{877FC485-AA1A-6769-DC2B-BA0CDE6C8EF3}" dt="2025-04-15T17:09:19.232" v="30"/>
          <ac:cxnSpMkLst>
            <pc:docMk/>
            <pc:sldMk cId="109857222" sldId="256"/>
            <ac:cxnSpMk id="22" creationId="{EE2E603F-4A95-4FE8-BB06-211DFD75DBEF}"/>
          </ac:cxnSpMkLst>
        </pc:cxnChg>
        <pc:cxnChg chg="add del">
          <ac:chgData name="Cooley, Ryan Christopher" userId="S::rcc4466@uncw.edu::e227f8c3-e17d-439d-bdc9-545f17654ebb" providerId="AD" clId="Web-{877FC485-AA1A-6769-DC2B-BA0CDE6C8EF3}" dt="2025-04-15T17:09:19.232" v="30"/>
          <ac:cxnSpMkLst>
            <pc:docMk/>
            <pc:sldMk cId="109857222" sldId="256"/>
            <ac:cxnSpMk id="23" creationId="{D7CC41EB-2D81-4303-9171-6401B388BA35}"/>
          </ac:cxnSpMkLst>
        </pc:cxnChg>
      </pc:sldChg>
      <pc:sldChg chg="addSp delSp modSp new mod setBg modClrScheme chgLayout">
        <pc:chgData name="Cooley, Ryan Christopher" userId="S::rcc4466@uncw.edu::e227f8c3-e17d-439d-bdc9-545f17654ebb" providerId="AD" clId="Web-{877FC485-AA1A-6769-DC2B-BA0CDE6C8EF3}" dt="2025-04-15T20:50:44.853" v="1815"/>
        <pc:sldMkLst>
          <pc:docMk/>
          <pc:sldMk cId="4047137502" sldId="257"/>
        </pc:sldMkLst>
        <pc:spChg chg="mod ord">
          <ac:chgData name="Cooley, Ryan Christopher" userId="S::rcc4466@uncw.edu::e227f8c3-e17d-439d-bdc9-545f17654ebb" providerId="AD" clId="Web-{877FC485-AA1A-6769-DC2B-BA0CDE6C8EF3}" dt="2025-04-15T20:50:44.853" v="1815"/>
          <ac:spMkLst>
            <pc:docMk/>
            <pc:sldMk cId="4047137502" sldId="257"/>
            <ac:spMk id="2" creationId="{98666805-CAF2-4A29-8C92-DA94C863476E}"/>
          </ac:spMkLst>
        </pc:spChg>
        <pc:spChg chg="mod ord">
          <ac:chgData name="Cooley, Ryan Christopher" userId="S::rcc4466@uncw.edu::e227f8c3-e17d-439d-bdc9-545f17654ebb" providerId="AD" clId="Web-{877FC485-AA1A-6769-DC2B-BA0CDE6C8EF3}" dt="2025-04-15T20:50:44.853" v="1815"/>
          <ac:spMkLst>
            <pc:docMk/>
            <pc:sldMk cId="4047137502" sldId="257"/>
            <ac:spMk id="3" creationId="{66E155B5-5C8C-190A-B7F1-01FAA9A9994F}"/>
          </ac:spMkLst>
        </pc:spChg>
        <pc:spChg chg="add del">
          <ac:chgData name="Cooley, Ryan Christopher" userId="S::rcc4466@uncw.edu::e227f8c3-e17d-439d-bdc9-545f17654ebb" providerId="AD" clId="Web-{877FC485-AA1A-6769-DC2B-BA0CDE6C8EF3}" dt="2025-04-15T20:49:14.899" v="1795"/>
          <ac:spMkLst>
            <pc:docMk/>
            <pc:sldMk cId="4047137502" sldId="257"/>
            <ac:spMk id="10" creationId="{9EE42DCE-4A4F-44C4-84E5-261B3BEEF1DA}"/>
          </ac:spMkLst>
        </pc:spChg>
        <pc:spChg chg="add del">
          <ac:chgData name="Cooley, Ryan Christopher" userId="S::rcc4466@uncw.edu::e227f8c3-e17d-439d-bdc9-545f17654ebb" providerId="AD" clId="Web-{877FC485-AA1A-6769-DC2B-BA0CDE6C8EF3}" dt="2025-04-15T20:49:14.899" v="1795"/>
          <ac:spMkLst>
            <pc:docMk/>
            <pc:sldMk cId="4047137502" sldId="257"/>
            <ac:spMk id="12" creationId="{887F59F2-5FBC-40CD-AD35-376AECE49EA6}"/>
          </ac:spMkLst>
        </pc:spChg>
        <pc:picChg chg="add del">
          <ac:chgData name="Cooley, Ryan Christopher" userId="S::rcc4466@uncw.edu::e227f8c3-e17d-439d-bdc9-545f17654ebb" providerId="AD" clId="Web-{877FC485-AA1A-6769-DC2B-BA0CDE6C8EF3}" dt="2025-04-15T20:49:14.899" v="1795"/>
          <ac:picMkLst>
            <pc:docMk/>
            <pc:sldMk cId="4047137502" sldId="257"/>
            <ac:picMk id="7" creationId="{562617D7-1F7E-EF43-66D8-8BB7DE5E5FB9}"/>
          </ac:picMkLst>
        </pc:picChg>
      </pc:sldChg>
      <pc:sldChg chg="modSp new mod modClrScheme chgLayout">
        <pc:chgData name="Cooley, Ryan Christopher" userId="S::rcc4466@uncw.edu::e227f8c3-e17d-439d-bdc9-545f17654ebb" providerId="AD" clId="Web-{877FC485-AA1A-6769-DC2B-BA0CDE6C8EF3}" dt="2025-04-15T20:50:44.853" v="1815"/>
        <pc:sldMkLst>
          <pc:docMk/>
          <pc:sldMk cId="564797194" sldId="258"/>
        </pc:sldMkLst>
        <pc:spChg chg="mod ord">
          <ac:chgData name="Cooley, Ryan Christopher" userId="S::rcc4466@uncw.edu::e227f8c3-e17d-439d-bdc9-545f17654ebb" providerId="AD" clId="Web-{877FC485-AA1A-6769-DC2B-BA0CDE6C8EF3}" dt="2025-04-15T20:50:44.853" v="1815"/>
          <ac:spMkLst>
            <pc:docMk/>
            <pc:sldMk cId="564797194" sldId="258"/>
            <ac:spMk id="2" creationId="{40DD6746-1FC5-C19E-F6AE-DECB60C7CCFC}"/>
          </ac:spMkLst>
        </pc:spChg>
        <pc:spChg chg="mod ord">
          <ac:chgData name="Cooley, Ryan Christopher" userId="S::rcc4466@uncw.edu::e227f8c3-e17d-439d-bdc9-545f17654ebb" providerId="AD" clId="Web-{877FC485-AA1A-6769-DC2B-BA0CDE6C8EF3}" dt="2025-04-15T20:50:44.853" v="1815"/>
          <ac:spMkLst>
            <pc:docMk/>
            <pc:sldMk cId="564797194" sldId="258"/>
            <ac:spMk id="3" creationId="{37FD428D-4719-79FA-F744-92AC22D08973}"/>
          </ac:spMkLst>
        </pc:spChg>
      </pc:sldChg>
      <pc:sldChg chg="modSp new mod modClrScheme chgLayout">
        <pc:chgData name="Cooley, Ryan Christopher" userId="S::rcc4466@uncw.edu::e227f8c3-e17d-439d-bdc9-545f17654ebb" providerId="AD" clId="Web-{877FC485-AA1A-6769-DC2B-BA0CDE6C8EF3}" dt="2025-04-15T20:50:44.853" v="1815"/>
        <pc:sldMkLst>
          <pc:docMk/>
          <pc:sldMk cId="3677200275" sldId="259"/>
        </pc:sldMkLst>
        <pc:spChg chg="mod ord">
          <ac:chgData name="Cooley, Ryan Christopher" userId="S::rcc4466@uncw.edu::e227f8c3-e17d-439d-bdc9-545f17654ebb" providerId="AD" clId="Web-{877FC485-AA1A-6769-DC2B-BA0CDE6C8EF3}" dt="2025-04-15T20:50:44.853" v="1815"/>
          <ac:spMkLst>
            <pc:docMk/>
            <pc:sldMk cId="3677200275" sldId="259"/>
            <ac:spMk id="2" creationId="{3F431528-6493-51FA-9BEE-94A7782F7AEE}"/>
          </ac:spMkLst>
        </pc:spChg>
        <pc:spChg chg="mod ord">
          <ac:chgData name="Cooley, Ryan Christopher" userId="S::rcc4466@uncw.edu::e227f8c3-e17d-439d-bdc9-545f17654ebb" providerId="AD" clId="Web-{877FC485-AA1A-6769-DC2B-BA0CDE6C8EF3}" dt="2025-04-15T20:50:44.853" v="1815"/>
          <ac:spMkLst>
            <pc:docMk/>
            <pc:sldMk cId="3677200275" sldId="259"/>
            <ac:spMk id="3" creationId="{B3B82145-A523-E2E2-9AA6-41296D3A58E7}"/>
          </ac:spMkLst>
        </pc:spChg>
      </pc:sldChg>
      <pc:sldChg chg="addSp delSp modSp new mod modClrScheme chgLayout">
        <pc:chgData name="Cooley, Ryan Christopher" userId="S::rcc4466@uncw.edu::e227f8c3-e17d-439d-bdc9-545f17654ebb" providerId="AD" clId="Web-{877FC485-AA1A-6769-DC2B-BA0CDE6C8EF3}" dt="2025-04-15T20:50:44.853" v="1815"/>
        <pc:sldMkLst>
          <pc:docMk/>
          <pc:sldMk cId="2163484449" sldId="260"/>
        </pc:sldMkLst>
        <pc:spChg chg="mod ord">
          <ac:chgData name="Cooley, Ryan Christopher" userId="S::rcc4466@uncw.edu::e227f8c3-e17d-439d-bdc9-545f17654ebb" providerId="AD" clId="Web-{877FC485-AA1A-6769-DC2B-BA0CDE6C8EF3}" dt="2025-04-15T20:50:44.853" v="1815"/>
          <ac:spMkLst>
            <pc:docMk/>
            <pc:sldMk cId="2163484449" sldId="260"/>
            <ac:spMk id="2" creationId="{9165B40C-E8CD-90AE-94D5-24ADD0AED3EC}"/>
          </ac:spMkLst>
        </pc:spChg>
        <pc:spChg chg="mod ord">
          <ac:chgData name="Cooley, Ryan Christopher" userId="S::rcc4466@uncw.edu::e227f8c3-e17d-439d-bdc9-545f17654ebb" providerId="AD" clId="Web-{877FC485-AA1A-6769-DC2B-BA0CDE6C8EF3}" dt="2025-04-15T20:50:44.853" v="1815"/>
          <ac:spMkLst>
            <pc:docMk/>
            <pc:sldMk cId="2163484449" sldId="260"/>
            <ac:spMk id="3" creationId="{4A656459-4933-4DE2-F0B2-1BB1D961BBED}"/>
          </ac:spMkLst>
        </pc:spChg>
        <pc:spChg chg="add mod">
          <ac:chgData name="Cooley, Ryan Christopher" userId="S::rcc4466@uncw.edu::e227f8c3-e17d-439d-bdc9-545f17654ebb" providerId="AD" clId="Web-{877FC485-AA1A-6769-DC2B-BA0CDE6C8EF3}" dt="2025-04-15T20:43:40.445" v="1634" actId="20577"/>
          <ac:spMkLst>
            <pc:docMk/>
            <pc:sldMk cId="2163484449" sldId="260"/>
            <ac:spMk id="7" creationId="{BC23008A-6079-BC80-5BAB-C09265AC686E}"/>
          </ac:spMkLst>
        </pc:spChg>
        <pc:spChg chg="add mod">
          <ac:chgData name="Cooley, Ryan Christopher" userId="S::rcc4466@uncw.edu::e227f8c3-e17d-439d-bdc9-545f17654ebb" providerId="AD" clId="Web-{877FC485-AA1A-6769-DC2B-BA0CDE6C8EF3}" dt="2025-04-15T20:43:16.492" v="1628" actId="1076"/>
          <ac:spMkLst>
            <pc:docMk/>
            <pc:sldMk cId="2163484449" sldId="260"/>
            <ac:spMk id="8" creationId="{2F993479-7911-3D17-33EC-22E93789B1BB}"/>
          </ac:spMkLst>
        </pc:spChg>
        <pc:spChg chg="add mod">
          <ac:chgData name="Cooley, Ryan Christopher" userId="S::rcc4466@uncw.edu::e227f8c3-e17d-439d-bdc9-545f17654ebb" providerId="AD" clId="Web-{877FC485-AA1A-6769-DC2B-BA0CDE6C8EF3}" dt="2025-04-15T20:43:44.774" v="1635" actId="1076"/>
          <ac:spMkLst>
            <pc:docMk/>
            <pc:sldMk cId="2163484449" sldId="260"/>
            <ac:spMk id="9" creationId="{E75B6A3B-2637-0FAB-5BD5-2F5183A4978D}"/>
          </ac:spMkLst>
        </pc:spChg>
        <pc:picChg chg="add del mod">
          <ac:chgData name="Cooley, Ryan Christopher" userId="S::rcc4466@uncw.edu::e227f8c3-e17d-439d-bdc9-545f17654ebb" providerId="AD" clId="Web-{877FC485-AA1A-6769-DC2B-BA0CDE6C8EF3}" dt="2025-04-15T20:40:15.476" v="1594"/>
          <ac:picMkLst>
            <pc:docMk/>
            <pc:sldMk cId="2163484449" sldId="260"/>
            <ac:picMk id="4" creationId="{5812D4EA-D749-9CD2-E8B8-B356127144D1}"/>
          </ac:picMkLst>
        </pc:picChg>
        <pc:picChg chg="add mod">
          <ac:chgData name="Cooley, Ryan Christopher" userId="S::rcc4466@uncw.edu::e227f8c3-e17d-439d-bdc9-545f17654ebb" providerId="AD" clId="Web-{877FC485-AA1A-6769-DC2B-BA0CDE6C8EF3}" dt="2025-04-15T20:42:23.383" v="1604" actId="1076"/>
          <ac:picMkLst>
            <pc:docMk/>
            <pc:sldMk cId="2163484449" sldId="260"/>
            <ac:picMk id="5" creationId="{405127EF-F2D7-4386-13FE-016F1F857073}"/>
          </ac:picMkLst>
        </pc:picChg>
        <pc:picChg chg="add mod">
          <ac:chgData name="Cooley, Ryan Christopher" userId="S::rcc4466@uncw.edu::e227f8c3-e17d-439d-bdc9-545f17654ebb" providerId="AD" clId="Web-{877FC485-AA1A-6769-DC2B-BA0CDE6C8EF3}" dt="2025-04-15T20:42:16.930" v="1602" actId="14100"/>
          <ac:picMkLst>
            <pc:docMk/>
            <pc:sldMk cId="2163484449" sldId="260"/>
            <ac:picMk id="6" creationId="{AAB7DE93-22E8-D19E-AE63-8486C3E58632}"/>
          </ac:picMkLst>
        </pc:picChg>
      </pc:sldChg>
      <pc:sldChg chg="modSp new mod modClrScheme chgLayout">
        <pc:chgData name="Cooley, Ryan Christopher" userId="S::rcc4466@uncw.edu::e227f8c3-e17d-439d-bdc9-545f17654ebb" providerId="AD" clId="Web-{877FC485-AA1A-6769-DC2B-BA0CDE6C8EF3}" dt="2025-04-15T20:50:44.853" v="1815"/>
        <pc:sldMkLst>
          <pc:docMk/>
          <pc:sldMk cId="1499814289" sldId="261"/>
        </pc:sldMkLst>
        <pc:spChg chg="mod ord">
          <ac:chgData name="Cooley, Ryan Christopher" userId="S::rcc4466@uncw.edu::e227f8c3-e17d-439d-bdc9-545f17654ebb" providerId="AD" clId="Web-{877FC485-AA1A-6769-DC2B-BA0CDE6C8EF3}" dt="2025-04-15T20:50:44.853" v="1815"/>
          <ac:spMkLst>
            <pc:docMk/>
            <pc:sldMk cId="1499814289" sldId="261"/>
            <ac:spMk id="2" creationId="{8854B99D-D75A-7B7B-D423-94BC14B35C2A}"/>
          </ac:spMkLst>
        </pc:spChg>
        <pc:spChg chg="mod ord">
          <ac:chgData name="Cooley, Ryan Christopher" userId="S::rcc4466@uncw.edu::e227f8c3-e17d-439d-bdc9-545f17654ebb" providerId="AD" clId="Web-{877FC485-AA1A-6769-DC2B-BA0CDE6C8EF3}" dt="2025-04-15T20:50:44.853" v="1815"/>
          <ac:spMkLst>
            <pc:docMk/>
            <pc:sldMk cId="1499814289" sldId="261"/>
            <ac:spMk id="3" creationId="{10397565-3D74-ECDA-D481-5452845E05A4}"/>
          </ac:spMkLst>
        </pc:spChg>
      </pc:sldChg>
      <pc:sldChg chg="new del">
        <pc:chgData name="Cooley, Ryan Christopher" userId="S::rcc4466@uncw.edu::e227f8c3-e17d-439d-bdc9-545f17654ebb" providerId="AD" clId="Web-{877FC485-AA1A-6769-DC2B-BA0CDE6C8EF3}" dt="2025-04-15T20:50:03.603" v="1798"/>
        <pc:sldMkLst>
          <pc:docMk/>
          <pc:sldMk cId="1985681687" sldId="262"/>
        </pc:sldMkLst>
      </pc:sldChg>
      <pc:sldChg chg="modSp new mod modClrScheme chgLayout">
        <pc:chgData name="Cooley, Ryan Christopher" userId="S::rcc4466@uncw.edu::e227f8c3-e17d-439d-bdc9-545f17654ebb" providerId="AD" clId="Web-{877FC485-AA1A-6769-DC2B-BA0CDE6C8EF3}" dt="2025-04-15T20:50:44.853" v="1815"/>
        <pc:sldMkLst>
          <pc:docMk/>
          <pc:sldMk cId="3973571695" sldId="263"/>
        </pc:sldMkLst>
        <pc:spChg chg="mod ord">
          <ac:chgData name="Cooley, Ryan Christopher" userId="S::rcc4466@uncw.edu::e227f8c3-e17d-439d-bdc9-545f17654ebb" providerId="AD" clId="Web-{877FC485-AA1A-6769-DC2B-BA0CDE6C8EF3}" dt="2025-04-15T20:50:44.853" v="1815"/>
          <ac:spMkLst>
            <pc:docMk/>
            <pc:sldMk cId="3973571695" sldId="263"/>
            <ac:spMk id="2" creationId="{F9083FF0-298C-C0BE-CFCD-DC65A7AFDCBA}"/>
          </ac:spMkLst>
        </pc:spChg>
        <pc:spChg chg="mod ord">
          <ac:chgData name="Cooley, Ryan Christopher" userId="S::rcc4466@uncw.edu::e227f8c3-e17d-439d-bdc9-545f17654ebb" providerId="AD" clId="Web-{877FC485-AA1A-6769-DC2B-BA0CDE6C8EF3}" dt="2025-04-15T20:50:44.853" v="1815"/>
          <ac:spMkLst>
            <pc:docMk/>
            <pc:sldMk cId="3973571695" sldId="263"/>
            <ac:spMk id="3" creationId="{A12204E3-3AC2-8277-E2A0-38B05C8CF3DA}"/>
          </ac:spMkLst>
        </pc:spChg>
      </pc:sldChg>
      <pc:sldMasterChg chg="add del addSldLayout delSldLayout">
        <pc:chgData name="Cooley, Ryan Christopher" userId="S::rcc4466@uncw.edu::e227f8c3-e17d-439d-bdc9-545f17654ebb" providerId="AD" clId="Web-{877FC485-AA1A-6769-DC2B-BA0CDE6C8EF3}" dt="2025-04-15T17:09:25.232" v="33"/>
        <pc:sldMasterMkLst>
          <pc:docMk/>
          <pc:sldMasterMk cId="2460954070" sldId="2147483660"/>
        </pc:sldMasterMkLst>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2385387890" sldId="2147483661"/>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949138452" sldId="2147483662"/>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2591524520" sldId="2147483663"/>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1203092039" sldId="2147483664"/>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3733172339" sldId="2147483665"/>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3210312558" sldId="2147483666"/>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3146388984" sldId="2147483667"/>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3171841454" sldId="2147483668"/>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1718958274" sldId="2147483669"/>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2202905451" sldId="2147483670"/>
          </pc:sldLayoutMkLst>
        </pc:sldLayoutChg>
        <pc:sldLayoutChg chg="add del">
          <pc:chgData name="Cooley, Ryan Christopher" userId="S::rcc4466@uncw.edu::e227f8c3-e17d-439d-bdc9-545f17654ebb" providerId="AD" clId="Web-{877FC485-AA1A-6769-DC2B-BA0CDE6C8EF3}" dt="2025-04-15T17:09:25.232" v="33"/>
          <pc:sldLayoutMkLst>
            <pc:docMk/>
            <pc:sldMasterMk cId="2460954070" sldId="2147483660"/>
            <pc:sldLayoutMk cId="3479445657" sldId="2147483671"/>
          </pc:sldLayoutMkLst>
        </pc:sldLayoutChg>
      </pc:sldMasterChg>
      <pc:sldMasterChg chg="add del addSldLayout delSldLayout">
        <pc:chgData name="Cooley, Ryan Christopher" userId="S::rcc4466@uncw.edu::e227f8c3-e17d-439d-bdc9-545f17654ebb" providerId="AD" clId="Web-{877FC485-AA1A-6769-DC2B-BA0CDE6C8EF3}" dt="2025-04-15T17:09:16.154" v="28"/>
        <pc:sldMasterMkLst>
          <pc:docMk/>
          <pc:sldMasterMk cId="850178335" sldId="2147483672"/>
        </pc:sldMasterMkLst>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654362182" sldId="2147483673"/>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740860148" sldId="2147483674"/>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669483685" sldId="2147483675"/>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382878482" sldId="2147483676"/>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1014447483" sldId="2147483677"/>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585281830" sldId="2147483678"/>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2547904095" sldId="2147483679"/>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1355184900" sldId="2147483680"/>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608434514" sldId="2147483681"/>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15524488" sldId="2147483682"/>
          </pc:sldLayoutMkLst>
        </pc:sldLayoutChg>
        <pc:sldLayoutChg chg="add del">
          <pc:chgData name="Cooley, Ryan Christopher" userId="S::rcc4466@uncw.edu::e227f8c3-e17d-439d-bdc9-545f17654ebb" providerId="AD" clId="Web-{877FC485-AA1A-6769-DC2B-BA0CDE6C8EF3}" dt="2025-04-15T17:09:16.154" v="28"/>
          <pc:sldLayoutMkLst>
            <pc:docMk/>
            <pc:sldMasterMk cId="850178335" sldId="2147483672"/>
            <pc:sldLayoutMk cId="977926901" sldId="2147483683"/>
          </pc:sldLayoutMkLst>
        </pc:sldLayoutChg>
      </pc:sldMasterChg>
      <pc:sldMasterChg chg="add del addSldLayout delSldLayout">
        <pc:chgData name="Cooley, Ryan Christopher" userId="S::rcc4466@uncw.edu::e227f8c3-e17d-439d-bdc9-545f17654ebb" providerId="AD" clId="Web-{877FC485-AA1A-6769-DC2B-BA0CDE6C8EF3}" dt="2025-04-15T17:09:19.232" v="30"/>
        <pc:sldMasterMkLst>
          <pc:docMk/>
          <pc:sldMasterMk cId="2443962386" sldId="2147483695"/>
        </pc:sldMasterMkLst>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2883092187" sldId="2147483684"/>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1554425454" sldId="2147483685"/>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2156918344" sldId="2147483686"/>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11549349" sldId="2147483687"/>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3617398649" sldId="2147483688"/>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1446779578" sldId="2147483689"/>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3276103342" sldId="2147483690"/>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1613902652" sldId="2147483691"/>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2019369815" sldId="2147483692"/>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234557825" sldId="2147483693"/>
          </pc:sldLayoutMkLst>
        </pc:sldLayoutChg>
        <pc:sldLayoutChg chg="add del">
          <pc:chgData name="Cooley, Ryan Christopher" userId="S::rcc4466@uncw.edu::e227f8c3-e17d-439d-bdc9-545f17654ebb" providerId="AD" clId="Web-{877FC485-AA1A-6769-DC2B-BA0CDE6C8EF3}" dt="2025-04-15T17:09:19.232" v="30"/>
          <pc:sldLayoutMkLst>
            <pc:docMk/>
            <pc:sldMasterMk cId="2443962386" sldId="2147483695"/>
            <pc:sldLayoutMk cId="3053646703" sldId="2147483694"/>
          </pc:sldLayoutMkLst>
        </pc:sldLayoutChg>
      </pc:sldMasterChg>
      <pc:sldMasterChg chg="add del addSldLayout delSldLayout">
        <pc:chgData name="Cooley, Ryan Christopher" userId="S::rcc4466@uncw.edu::e227f8c3-e17d-439d-bdc9-545f17654ebb" providerId="AD" clId="Web-{877FC485-AA1A-6769-DC2B-BA0CDE6C8EF3}" dt="2025-04-15T17:09:25.139" v="32"/>
        <pc:sldMasterMkLst>
          <pc:docMk/>
          <pc:sldMasterMk cId="3962690250" sldId="2147483708"/>
        </pc:sldMasterMkLst>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613664000" sldId="2147483697"/>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2343144819" sldId="2147483698"/>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1314340858" sldId="2147483699"/>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2857525730" sldId="2147483700"/>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2713219593" sldId="2147483701"/>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1302523402" sldId="2147483702"/>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2714286937" sldId="2147483703"/>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2641846724" sldId="2147483704"/>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1410349358" sldId="2147483705"/>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2881988053" sldId="2147483706"/>
          </pc:sldLayoutMkLst>
        </pc:sldLayoutChg>
        <pc:sldLayoutChg chg="add del">
          <pc:chgData name="Cooley, Ryan Christopher" userId="S::rcc4466@uncw.edu::e227f8c3-e17d-439d-bdc9-545f17654ebb" providerId="AD" clId="Web-{877FC485-AA1A-6769-DC2B-BA0CDE6C8EF3}" dt="2025-04-15T17:09:25.139" v="32"/>
          <pc:sldLayoutMkLst>
            <pc:docMk/>
            <pc:sldMasterMk cId="3962690250" sldId="2147483708"/>
            <pc:sldLayoutMk cId="1268760044" sldId="2147483707"/>
          </pc:sldLayoutMkLst>
        </pc:sldLayoutChg>
      </pc:sldMasterChg>
      <pc:sldMasterChg chg="add del mod setBg addSldLayout delSldLayout modSldLayout">
        <pc:chgData name="Cooley, Ryan Christopher" userId="S::rcc4466@uncw.edu::e227f8c3-e17d-439d-bdc9-545f17654ebb" providerId="AD" clId="Web-{877FC485-AA1A-6769-DC2B-BA0CDE6C8EF3}" dt="2025-04-15T20:50:44.853" v="1815"/>
        <pc:sldMasterMkLst>
          <pc:docMk/>
          <pc:sldMasterMk cId="1941626609" sldId="2147483721"/>
        </pc:sldMasterMkLst>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309441477" sldId="2147483710"/>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3280702104" sldId="2147483711"/>
          </pc:sldLayoutMkLst>
        </pc:sldLayoutChg>
        <pc:sldLayoutChg chg="add del mod setFolMasterObjs">
          <pc:chgData name="Cooley, Ryan Christopher" userId="S::rcc4466@uncw.edu::e227f8c3-e17d-439d-bdc9-545f17654ebb" providerId="AD" clId="Web-{877FC485-AA1A-6769-DC2B-BA0CDE6C8EF3}" dt="2025-04-15T20:50:44.853" v="1815"/>
          <pc:sldLayoutMkLst>
            <pc:docMk/>
            <pc:sldMasterMk cId="1941626609" sldId="2147483721"/>
            <pc:sldLayoutMk cId="2637180305" sldId="2147483712"/>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2851437683" sldId="2147483713"/>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2259571696" sldId="2147483714"/>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3914277295" sldId="2147483715"/>
          </pc:sldLayoutMkLst>
        </pc:sldLayoutChg>
        <pc:sldLayoutChg chg="add del mod setFolMasterObjs">
          <pc:chgData name="Cooley, Ryan Christopher" userId="S::rcc4466@uncw.edu::e227f8c3-e17d-439d-bdc9-545f17654ebb" providerId="AD" clId="Web-{877FC485-AA1A-6769-DC2B-BA0CDE6C8EF3}" dt="2025-04-15T20:50:44.853" v="1815"/>
          <pc:sldLayoutMkLst>
            <pc:docMk/>
            <pc:sldMasterMk cId="1941626609" sldId="2147483721"/>
            <pc:sldLayoutMk cId="424962556" sldId="2147483716"/>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606623151" sldId="2147483717"/>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3327611124" sldId="2147483718"/>
          </pc:sldLayoutMkLst>
        </pc:sldLayoutChg>
        <pc:sldLayoutChg chg="add del mod">
          <pc:chgData name="Cooley, Ryan Christopher" userId="S::rcc4466@uncw.edu::e227f8c3-e17d-439d-bdc9-545f17654ebb" providerId="AD" clId="Web-{877FC485-AA1A-6769-DC2B-BA0CDE6C8EF3}" dt="2025-04-15T20:50:44.853" v="1815"/>
          <pc:sldLayoutMkLst>
            <pc:docMk/>
            <pc:sldMasterMk cId="1941626609" sldId="2147483721"/>
            <pc:sldLayoutMk cId="554045145" sldId="2147483719"/>
          </pc:sldLayoutMkLst>
        </pc:sldLayoutChg>
        <pc:sldLayoutChg chg="add del mod setFolMasterObjs">
          <pc:chgData name="Cooley, Ryan Christopher" userId="S::rcc4466@uncw.edu::e227f8c3-e17d-439d-bdc9-545f17654ebb" providerId="AD" clId="Web-{877FC485-AA1A-6769-DC2B-BA0CDE6C8EF3}" dt="2025-04-15T20:50:44.853" v="1815"/>
          <pc:sldLayoutMkLst>
            <pc:docMk/>
            <pc:sldMasterMk cId="1941626609" sldId="2147483721"/>
            <pc:sldLayoutMk cId="3914524837" sldId="2147483720"/>
          </pc:sldLayoutMkLst>
        </pc:sldLayoutChg>
      </pc:sldMasterChg>
      <pc:sldMasterChg chg="add addSldLayout modSldLayout">
        <pc:chgData name="Cooley, Ryan Christopher" userId="S::rcc4466@uncw.edu::e227f8c3-e17d-439d-bdc9-545f17654ebb" providerId="AD" clId="Web-{877FC485-AA1A-6769-DC2B-BA0CDE6C8EF3}" dt="2025-04-15T20:50:44.853" v="1815"/>
        <pc:sldMasterMkLst>
          <pc:docMk/>
          <pc:sldMasterMk cId="1405963532" sldId="2147483722"/>
        </pc:sldMasterMkLst>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693891541" sldId="2147483723"/>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1013531492" sldId="2147483724"/>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3155996074" sldId="2147483725"/>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3807628152" sldId="2147483726"/>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2515577773" sldId="2147483727"/>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4148594383" sldId="2147483728"/>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3925902702" sldId="2147483729"/>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3796050729" sldId="2147483730"/>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3752357327" sldId="2147483731"/>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3890639529" sldId="2147483732"/>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699199658" sldId="2147483733"/>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2965718978" sldId="2147483734"/>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423872483" sldId="2147483735"/>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1512064597" sldId="2147483736"/>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1850297933" sldId="2147483737"/>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2308625483" sldId="2147483738"/>
          </pc:sldLayoutMkLst>
        </pc:sldLayoutChg>
        <pc:sldLayoutChg chg="add mod replId">
          <pc:chgData name="Cooley, Ryan Christopher" userId="S::rcc4466@uncw.edu::e227f8c3-e17d-439d-bdc9-545f17654ebb" providerId="AD" clId="Web-{877FC485-AA1A-6769-DC2B-BA0CDE6C8EF3}" dt="2025-04-15T20:50:44.853" v="1815"/>
          <pc:sldLayoutMkLst>
            <pc:docMk/>
            <pc:sldMasterMk cId="1405963532" sldId="2147483722"/>
            <pc:sldLayoutMk cId="1064718722" sldId="214748373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693891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13531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155996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807628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4/15/2025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15577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48594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925902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9605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52357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890639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699199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65718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23872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12064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850297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08625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64718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4/15/2025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1405963532"/>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83FF0-298C-C0BE-CFCD-DC65A7AFDCBA}"/>
              </a:ext>
            </a:extLst>
          </p:cNvPr>
          <p:cNvSpPr>
            <a:spLocks noGrp="1"/>
          </p:cNvSpPr>
          <p:nvPr>
            <p:ph type="ctrTitle"/>
          </p:nvPr>
        </p:nvSpPr>
        <p:spPr/>
        <p:txBody>
          <a:bodyPr/>
          <a:lstStyle/>
          <a:p>
            <a:r>
              <a:rPr lang="en-US" dirty="0"/>
              <a:t>Project Phase One</a:t>
            </a:r>
          </a:p>
        </p:txBody>
      </p:sp>
      <p:sp>
        <p:nvSpPr>
          <p:cNvPr id="3" name="Subtitle 2">
            <a:extLst>
              <a:ext uri="{FF2B5EF4-FFF2-40B4-BE49-F238E27FC236}">
                <a16:creationId xmlns:a16="http://schemas.microsoft.com/office/drawing/2014/main" id="{A12204E3-3AC2-8277-E2A0-38B05C8CF3DA}"/>
              </a:ext>
            </a:extLst>
          </p:cNvPr>
          <p:cNvSpPr>
            <a:spLocks noGrp="1"/>
          </p:cNvSpPr>
          <p:nvPr>
            <p:ph type="subTitle" idx="1"/>
          </p:nvPr>
        </p:nvSpPr>
        <p:spPr/>
        <p:txBody>
          <a:bodyPr/>
          <a:lstStyle/>
          <a:p>
            <a:r>
              <a:rPr lang="en-US" dirty="0"/>
              <a:t>By: Ryan Cooley </a:t>
            </a:r>
          </a:p>
        </p:txBody>
      </p:sp>
    </p:spTree>
    <p:extLst>
      <p:ext uri="{BB962C8B-B14F-4D97-AF65-F5344CB8AC3E}">
        <p14:creationId xmlns:p14="http://schemas.microsoft.com/office/powerpoint/2010/main" val="3973571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66805-CAF2-4A29-8C92-DA94C863476E}"/>
              </a:ext>
            </a:extLst>
          </p:cNvPr>
          <p:cNvSpPr>
            <a:spLocks noGrp="1"/>
          </p:cNvSpPr>
          <p:nvPr>
            <p:ph type="title"/>
          </p:nvPr>
        </p:nvSpPr>
        <p:spPr/>
        <p:txBody>
          <a:bodyPr/>
          <a:lstStyle/>
          <a:p>
            <a:r>
              <a:rPr lang="en-US" dirty="0"/>
              <a:t>Loading the Data and Resources</a:t>
            </a:r>
          </a:p>
        </p:txBody>
      </p:sp>
      <p:sp>
        <p:nvSpPr>
          <p:cNvPr id="3" name="Content Placeholder 2">
            <a:extLst>
              <a:ext uri="{FF2B5EF4-FFF2-40B4-BE49-F238E27FC236}">
                <a16:creationId xmlns:a16="http://schemas.microsoft.com/office/drawing/2014/main" id="{66E155B5-5C8C-190A-B7F1-01FAA9A9994F}"/>
              </a:ext>
            </a:extLst>
          </p:cNvPr>
          <p:cNvSpPr>
            <a:spLocks noGrp="1"/>
          </p:cNvSpPr>
          <p:nvPr>
            <p:ph idx="1"/>
          </p:nvPr>
        </p:nvSpPr>
        <p:spPr/>
        <p:txBody>
          <a:bodyPr vert="horz" lIns="91440" tIns="45720" rIns="91440" bIns="45720" rtlCol="0" anchor="t">
            <a:normAutofit/>
          </a:bodyPr>
          <a:lstStyle/>
          <a:p>
            <a:r>
              <a:rPr lang="en-US" dirty="0"/>
              <a:t>To start any data analytics is to load our data and upload the tools also known as libraries to do so. </a:t>
            </a:r>
          </a:p>
          <a:p>
            <a:pPr marL="0" indent="0">
              <a:buNone/>
            </a:pPr>
            <a:endParaRPr lang="en-US" dirty="0"/>
          </a:p>
          <a:p>
            <a:pPr marL="0" indent="0">
              <a:buNone/>
            </a:pPr>
            <a:r>
              <a:rPr lang="en-US" dirty="0"/>
              <a:t>In Posit we first install the packages we are using which are massive groups of tools and then also individually library the tools we want to use from those packages. </a:t>
            </a:r>
          </a:p>
          <a:p>
            <a:pPr marL="0" indent="0">
              <a:buNone/>
            </a:pPr>
            <a:endParaRPr lang="en-US" dirty="0"/>
          </a:p>
          <a:p>
            <a:pPr marL="0" indent="0">
              <a:buNone/>
            </a:pPr>
            <a:r>
              <a:rPr lang="en-US" dirty="0"/>
              <a:t>Next using our preferred tools from which we just installed we would upload the data we are analyzing into the software. In this case I used </a:t>
            </a:r>
            <a:r>
              <a:rPr lang="en-US" dirty="0" err="1"/>
              <a:t>tidyverse</a:t>
            </a:r>
            <a:r>
              <a:rPr lang="en-US" dirty="0"/>
              <a:t>. </a:t>
            </a:r>
          </a:p>
          <a:p>
            <a:pPr marL="0" indent="0">
              <a:buNone/>
            </a:pPr>
            <a:endParaRPr lang="en-US" dirty="0"/>
          </a:p>
        </p:txBody>
      </p:sp>
    </p:spTree>
    <p:extLst>
      <p:ext uri="{BB962C8B-B14F-4D97-AF65-F5344CB8AC3E}">
        <p14:creationId xmlns:p14="http://schemas.microsoft.com/office/powerpoint/2010/main" val="4047137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D6746-1FC5-C19E-F6AE-DECB60C7CCFC}"/>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37FD428D-4719-79FA-F744-92AC22D08973}"/>
              </a:ext>
            </a:extLst>
          </p:cNvPr>
          <p:cNvSpPr>
            <a:spLocks noGrp="1"/>
          </p:cNvSpPr>
          <p:nvPr>
            <p:ph idx="1"/>
          </p:nvPr>
        </p:nvSpPr>
        <p:spPr/>
        <p:txBody>
          <a:bodyPr vert="horz" lIns="91440" tIns="45720" rIns="91440" bIns="45720" rtlCol="0" anchor="t">
            <a:normAutofit/>
          </a:bodyPr>
          <a:lstStyle/>
          <a:p>
            <a:r>
              <a:rPr lang="en-US" dirty="0"/>
              <a:t>Now that I can access the data, we need to go through it and see how it is formatted and if there are any redundant or not important inputs.</a:t>
            </a:r>
          </a:p>
          <a:p>
            <a:r>
              <a:rPr lang="en-US" dirty="0"/>
              <a:t>In this case there were three variables which were not needed so I removed them from the dataset.</a:t>
            </a:r>
          </a:p>
          <a:p>
            <a:r>
              <a:rPr lang="en-US" dirty="0"/>
              <a:t>Furthermore, while analyzing the type of data, I saw that four variables had data classified as numeric when it should have been categorical. This means it was considered a number when it should have been considered as a group. </a:t>
            </a:r>
          </a:p>
          <a:p>
            <a:r>
              <a:rPr lang="en-US" dirty="0"/>
              <a:t>To solve this issue, we can simply change the format through one line of code</a:t>
            </a:r>
          </a:p>
        </p:txBody>
      </p:sp>
    </p:spTree>
    <p:extLst>
      <p:ext uri="{BB962C8B-B14F-4D97-AF65-F5344CB8AC3E}">
        <p14:creationId xmlns:p14="http://schemas.microsoft.com/office/powerpoint/2010/main" val="56479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31528-6493-51FA-9BEE-94A7782F7AEE}"/>
              </a:ext>
            </a:extLst>
          </p:cNvPr>
          <p:cNvSpPr>
            <a:spLocks noGrp="1"/>
          </p:cNvSpPr>
          <p:nvPr>
            <p:ph type="title"/>
          </p:nvPr>
        </p:nvSpPr>
        <p:spPr/>
        <p:txBody>
          <a:bodyPr/>
          <a:lstStyle/>
          <a:p>
            <a:r>
              <a:rPr lang="en-US" dirty="0"/>
              <a:t>Data Prep</a:t>
            </a:r>
          </a:p>
        </p:txBody>
      </p:sp>
      <p:sp>
        <p:nvSpPr>
          <p:cNvPr id="3" name="Content Placeholder 2">
            <a:extLst>
              <a:ext uri="{FF2B5EF4-FFF2-40B4-BE49-F238E27FC236}">
                <a16:creationId xmlns:a16="http://schemas.microsoft.com/office/drawing/2014/main" id="{B3B82145-A523-E2E2-9AA6-41296D3A58E7}"/>
              </a:ext>
            </a:extLst>
          </p:cNvPr>
          <p:cNvSpPr>
            <a:spLocks noGrp="1"/>
          </p:cNvSpPr>
          <p:nvPr>
            <p:ph idx="1"/>
          </p:nvPr>
        </p:nvSpPr>
        <p:spPr/>
        <p:txBody>
          <a:bodyPr vert="horz" lIns="91440" tIns="45720" rIns="91440" bIns="45720" rtlCol="0" anchor="t">
            <a:normAutofit/>
          </a:bodyPr>
          <a:lstStyle/>
          <a:p>
            <a:r>
              <a:rPr lang="en-US" dirty="0"/>
              <a:t>The last couple steps before we can begin analyzing the data is to recode or change how the groups are classified and to then check to see if there is any missing data. </a:t>
            </a:r>
          </a:p>
          <a:p>
            <a:r>
              <a:rPr lang="en-US" dirty="0"/>
              <a:t>In this case we had three variables whose inputs were classified as 0 and 1 to signify no and yes so, we simply changed it to say no or yes for easier manipulation and readability.</a:t>
            </a:r>
          </a:p>
          <a:p>
            <a:r>
              <a:rPr lang="en-US" dirty="0"/>
              <a:t>When it comes to missing data, there was none in this data set so we can just move on. </a:t>
            </a:r>
          </a:p>
          <a:p>
            <a:pPr>
              <a:buFont typeface="Arial" panose="020B0604020202020204" pitchFamily="34" charset="0"/>
              <a:buChar char="•"/>
            </a:pPr>
            <a:r>
              <a:rPr lang="en-US" dirty="0"/>
              <a:t>Outliers are important to consider and thankfully in our data set we had no obvious outliers.</a:t>
            </a:r>
          </a:p>
          <a:p>
            <a:r>
              <a:rPr lang="en-US" dirty="0"/>
              <a:t>The last step is to split the data we have into training and testing which means we have 70% of our data to build the model on and then we can test how accurate our model is on the other 30%. </a:t>
            </a:r>
          </a:p>
        </p:txBody>
      </p:sp>
    </p:spTree>
    <p:extLst>
      <p:ext uri="{BB962C8B-B14F-4D97-AF65-F5344CB8AC3E}">
        <p14:creationId xmlns:p14="http://schemas.microsoft.com/office/powerpoint/2010/main" val="3677200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5B40C-E8CD-90AE-94D5-24ADD0AED3EC}"/>
              </a:ext>
            </a:extLst>
          </p:cNvPr>
          <p:cNvSpPr>
            <a:spLocks noGrp="1"/>
          </p:cNvSpPr>
          <p:nvPr>
            <p:ph type="title"/>
          </p:nvPr>
        </p:nvSpPr>
        <p:spPr/>
        <p:txBody>
          <a:bodyPr/>
          <a:lstStyle/>
          <a:p>
            <a:r>
              <a:rPr lang="en-US" dirty="0"/>
              <a:t>Data Analysis Part 1</a:t>
            </a:r>
          </a:p>
        </p:txBody>
      </p:sp>
      <p:sp>
        <p:nvSpPr>
          <p:cNvPr id="3" name="Content Placeholder 2">
            <a:extLst>
              <a:ext uri="{FF2B5EF4-FFF2-40B4-BE49-F238E27FC236}">
                <a16:creationId xmlns:a16="http://schemas.microsoft.com/office/drawing/2014/main" id="{4A656459-4933-4DE2-F0B2-1BB1D961BBED}"/>
              </a:ext>
            </a:extLst>
          </p:cNvPr>
          <p:cNvSpPr>
            <a:spLocks noGrp="1"/>
          </p:cNvSpPr>
          <p:nvPr>
            <p:ph idx="1"/>
          </p:nvPr>
        </p:nvSpPr>
        <p:spPr>
          <a:xfrm>
            <a:off x="521208" y="1715008"/>
            <a:ext cx="11155680" cy="3767328"/>
          </a:xfrm>
        </p:spPr>
        <p:txBody>
          <a:bodyPr vert="horz" lIns="91440" tIns="45720" rIns="91440" bIns="45720" rtlCol="0" anchor="t">
            <a:normAutofit/>
          </a:bodyPr>
          <a:lstStyle/>
          <a:p>
            <a:r>
              <a:rPr lang="en-US" dirty="0"/>
              <a:t>Before we can build a model, we must know what variables are important and which ones are not. There are a couple ways to do this, but the best one is to graph each variable with the response variable. The response variable is the variable we are trying to understand and model.</a:t>
            </a:r>
          </a:p>
          <a:p>
            <a:r>
              <a:rPr lang="en-US" dirty="0"/>
              <a:t>To do this I created ten different graphs comparing all the other variables with Exited which is the response variable. </a:t>
            </a:r>
          </a:p>
          <a:p>
            <a:r>
              <a:rPr lang="en-US" dirty="0"/>
              <a:t>There are two types a box plot for numeric and a filled bar chart for the factors. </a:t>
            </a:r>
          </a:p>
        </p:txBody>
      </p:sp>
      <p:pic>
        <p:nvPicPr>
          <p:cNvPr id="5" name="Picture 4">
            <a:extLst>
              <a:ext uri="{FF2B5EF4-FFF2-40B4-BE49-F238E27FC236}">
                <a16:creationId xmlns:a16="http://schemas.microsoft.com/office/drawing/2014/main" id="{405127EF-F2D7-4386-13FE-016F1F857073}"/>
              </a:ext>
            </a:extLst>
          </p:cNvPr>
          <p:cNvPicPr>
            <a:picLocks noChangeAspect="1"/>
          </p:cNvPicPr>
          <p:nvPr/>
        </p:nvPicPr>
        <p:blipFill>
          <a:blip r:embed="rId2"/>
          <a:stretch>
            <a:fillRect/>
          </a:stretch>
        </p:blipFill>
        <p:spPr>
          <a:xfrm>
            <a:off x="7705090" y="4101148"/>
            <a:ext cx="3700780" cy="2435225"/>
          </a:xfrm>
          <a:prstGeom prst="rect">
            <a:avLst/>
          </a:prstGeom>
        </p:spPr>
      </p:pic>
      <p:pic>
        <p:nvPicPr>
          <p:cNvPr id="6" name="Picture 5">
            <a:extLst>
              <a:ext uri="{FF2B5EF4-FFF2-40B4-BE49-F238E27FC236}">
                <a16:creationId xmlns:a16="http://schemas.microsoft.com/office/drawing/2014/main" id="{AAB7DE93-22E8-D19E-AE63-8486C3E58632}"/>
              </a:ext>
            </a:extLst>
          </p:cNvPr>
          <p:cNvPicPr>
            <a:picLocks noChangeAspect="1"/>
          </p:cNvPicPr>
          <p:nvPr/>
        </p:nvPicPr>
        <p:blipFill>
          <a:blip r:embed="rId3"/>
          <a:stretch>
            <a:fillRect/>
          </a:stretch>
        </p:blipFill>
        <p:spPr>
          <a:xfrm>
            <a:off x="712470" y="4098608"/>
            <a:ext cx="3856355" cy="2419985"/>
          </a:xfrm>
          <a:prstGeom prst="rect">
            <a:avLst/>
          </a:prstGeom>
        </p:spPr>
      </p:pic>
      <p:sp>
        <p:nvSpPr>
          <p:cNvPr id="7" name="TextBox 6">
            <a:extLst>
              <a:ext uri="{FF2B5EF4-FFF2-40B4-BE49-F238E27FC236}">
                <a16:creationId xmlns:a16="http://schemas.microsoft.com/office/drawing/2014/main" id="{BC23008A-6079-BC80-5BAB-C09265AC686E}"/>
              </a:ext>
            </a:extLst>
          </p:cNvPr>
          <p:cNvSpPr txBox="1"/>
          <p:nvPr/>
        </p:nvSpPr>
        <p:spPr>
          <a:xfrm>
            <a:off x="5182789" y="4295547"/>
            <a:ext cx="223974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Box Plot</a:t>
            </a:r>
          </a:p>
          <a:p>
            <a:endParaRPr lang="en-US" dirty="0"/>
          </a:p>
          <a:p>
            <a:endParaRPr lang="en-US" dirty="0"/>
          </a:p>
          <a:p>
            <a:endParaRPr lang="en-US" dirty="0"/>
          </a:p>
          <a:p>
            <a:r>
              <a:rPr lang="en-US" dirty="0"/>
              <a:t>Filled Bar Chart </a:t>
            </a:r>
          </a:p>
        </p:txBody>
      </p:sp>
      <p:sp>
        <p:nvSpPr>
          <p:cNvPr id="8" name="Arrow: Left 7">
            <a:extLst>
              <a:ext uri="{FF2B5EF4-FFF2-40B4-BE49-F238E27FC236}">
                <a16:creationId xmlns:a16="http://schemas.microsoft.com/office/drawing/2014/main" id="{2F993479-7911-3D17-33EC-22E93789B1BB}"/>
              </a:ext>
            </a:extLst>
          </p:cNvPr>
          <p:cNvSpPr/>
          <p:nvPr/>
        </p:nvSpPr>
        <p:spPr>
          <a:xfrm>
            <a:off x="4729668" y="4524347"/>
            <a:ext cx="1363322" cy="73576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Left 8">
            <a:extLst>
              <a:ext uri="{FF2B5EF4-FFF2-40B4-BE49-F238E27FC236}">
                <a16:creationId xmlns:a16="http://schemas.microsoft.com/office/drawing/2014/main" id="{E75B6A3B-2637-0FAB-5BD5-2F5183A4978D}"/>
              </a:ext>
            </a:extLst>
          </p:cNvPr>
          <p:cNvSpPr/>
          <p:nvPr/>
        </p:nvSpPr>
        <p:spPr>
          <a:xfrm rot="10800000">
            <a:off x="5938707" y="5692746"/>
            <a:ext cx="1363322" cy="73576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348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4B99D-D75A-7B7B-D423-94BC14B35C2A}"/>
              </a:ext>
            </a:extLst>
          </p:cNvPr>
          <p:cNvSpPr>
            <a:spLocks noGrp="1"/>
          </p:cNvSpPr>
          <p:nvPr>
            <p:ph type="title"/>
          </p:nvPr>
        </p:nvSpPr>
        <p:spPr/>
        <p:txBody>
          <a:bodyPr/>
          <a:lstStyle/>
          <a:p>
            <a:r>
              <a:rPr lang="en-US"/>
              <a:t>Data Analysis Part 2</a:t>
            </a:r>
          </a:p>
        </p:txBody>
      </p:sp>
      <p:sp>
        <p:nvSpPr>
          <p:cNvPr id="3" name="Content Placeholder 2">
            <a:extLst>
              <a:ext uri="{FF2B5EF4-FFF2-40B4-BE49-F238E27FC236}">
                <a16:creationId xmlns:a16="http://schemas.microsoft.com/office/drawing/2014/main" id="{10397565-3D74-ECDA-D481-5452845E05A4}"/>
              </a:ext>
            </a:extLst>
          </p:cNvPr>
          <p:cNvSpPr>
            <a:spLocks noGrp="1"/>
          </p:cNvSpPr>
          <p:nvPr>
            <p:ph idx="1"/>
          </p:nvPr>
        </p:nvSpPr>
        <p:spPr/>
        <p:txBody>
          <a:bodyPr vert="horz" lIns="91440" tIns="45720" rIns="91440" bIns="45720" rtlCol="0" anchor="t">
            <a:normAutofit/>
          </a:bodyPr>
          <a:lstStyle/>
          <a:p>
            <a:r>
              <a:rPr lang="en-US" dirty="0"/>
              <a:t>From the visualizations I can see that the main dependent variables are </a:t>
            </a:r>
            <a:r>
              <a:rPr lang="en-US" dirty="0">
                <a:ea typeface="+mn-lt"/>
                <a:cs typeface="+mn-lt"/>
              </a:rPr>
              <a:t>Age, Balance, </a:t>
            </a:r>
            <a:r>
              <a:rPr lang="en-US" err="1">
                <a:ea typeface="+mn-lt"/>
                <a:cs typeface="+mn-lt"/>
              </a:rPr>
              <a:t>NumOfProducts</a:t>
            </a:r>
            <a:r>
              <a:rPr lang="en-US" dirty="0">
                <a:ea typeface="+mn-lt"/>
                <a:cs typeface="+mn-lt"/>
              </a:rPr>
              <a:t>, </a:t>
            </a:r>
            <a:r>
              <a:rPr lang="en-US">
                <a:ea typeface="+mn-lt"/>
                <a:cs typeface="+mn-lt"/>
              </a:rPr>
              <a:t>Geography, Gender and </a:t>
            </a:r>
            <a:r>
              <a:rPr lang="en-US" err="1">
                <a:ea typeface="+mn-lt"/>
                <a:cs typeface="+mn-lt"/>
              </a:rPr>
              <a:t>IsActiveMember</a:t>
            </a:r>
            <a:r>
              <a:rPr lang="en-US" dirty="0">
                <a:ea typeface="+mn-lt"/>
                <a:cs typeface="+mn-lt"/>
              </a:rPr>
              <a:t>. To further narrow it down </a:t>
            </a:r>
            <a:r>
              <a:rPr lang="en-US" err="1">
                <a:ea typeface="+mn-lt"/>
                <a:cs typeface="+mn-lt"/>
              </a:rPr>
              <a:t>i</a:t>
            </a:r>
            <a:r>
              <a:rPr lang="en-US" dirty="0">
                <a:ea typeface="+mn-lt"/>
                <a:cs typeface="+mn-lt"/>
              </a:rPr>
              <a:t> would start building models and comparing the accuracy levels. </a:t>
            </a:r>
            <a:endParaRPr lang="en-US" dirty="0"/>
          </a:p>
          <a:p>
            <a:r>
              <a:rPr lang="en-US" dirty="0"/>
              <a:t>Though the three that weigh the most are Age, </a:t>
            </a:r>
            <a:r>
              <a:rPr lang="en-US" dirty="0" err="1"/>
              <a:t>NumOfProducts</a:t>
            </a:r>
            <a:r>
              <a:rPr lang="en-US" dirty="0"/>
              <a:t> and </a:t>
            </a:r>
            <a:r>
              <a:rPr lang="en-US" dirty="0" err="1"/>
              <a:t>IsActiveMember</a:t>
            </a:r>
            <a:r>
              <a:rPr lang="en-US" dirty="0"/>
              <a:t>.</a:t>
            </a:r>
          </a:p>
          <a:p>
            <a:endParaRPr lang="en-US" dirty="0"/>
          </a:p>
          <a:p>
            <a:r>
              <a:rPr lang="en-US" dirty="0"/>
              <a:t>Overall, the dependent variables can be sorted into </a:t>
            </a:r>
            <a:r>
              <a:rPr lang="en-US" dirty="0">
                <a:ea typeface="+mn-lt"/>
                <a:cs typeface="+mn-lt"/>
              </a:rPr>
              <a:t>type of customer meaning age, gender and economic class, along with the location and how many services they are using seems to be the three main categories that impact Exited.</a:t>
            </a:r>
            <a:endParaRPr lang="en-US" dirty="0"/>
          </a:p>
          <a:p>
            <a:endParaRPr lang="en-US" dirty="0"/>
          </a:p>
        </p:txBody>
      </p:sp>
    </p:spTree>
    <p:extLst>
      <p:ext uri="{BB962C8B-B14F-4D97-AF65-F5344CB8AC3E}">
        <p14:creationId xmlns:p14="http://schemas.microsoft.com/office/powerpoint/2010/main" val="14998142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Metadata/LabelInfo.xml><?xml version="1.0" encoding="utf-8"?>
<clbl:labelList xmlns:clbl="http://schemas.microsoft.com/office/2020/mipLabelMetadata">
  <clbl:label id="{4e32bd2a-1ccd-49c1-a814-de8553946415}" enabled="1" method="Standard" siteId="{22136781-9753-4c75-af28-68a078871ebf}"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Ion</vt:lpstr>
      <vt:lpstr>Project Phase One</vt:lpstr>
      <vt:lpstr>Loading the Data and Resources</vt:lpstr>
      <vt:lpstr>Data Cleaning</vt:lpstr>
      <vt:lpstr>Data Prep</vt:lpstr>
      <vt:lpstr>Data Analysis Part 1</vt:lpstr>
      <vt:lpstr>Data Analysis Part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236</cp:revision>
  <dcterms:created xsi:type="dcterms:W3CDTF">2025-04-15T17:07:52Z</dcterms:created>
  <dcterms:modified xsi:type="dcterms:W3CDTF">2025-04-15T20:50:45Z</dcterms:modified>
</cp:coreProperties>
</file>